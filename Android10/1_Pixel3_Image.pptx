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82" r:id="rId2"/>
    <p:sldId id="335" r:id="rId3"/>
    <p:sldId id="334" r:id="rId4"/>
    <p:sldId id="260" r:id="rId5"/>
    <p:sldId id="366" r:id="rId6"/>
    <p:sldId id="367" r:id="rId7"/>
    <p:sldId id="365" r:id="rId8"/>
    <p:sldId id="364" r:id="rId9"/>
    <p:sldId id="257" r:id="rId10"/>
    <p:sldId id="258" r:id="rId11"/>
    <p:sldId id="259" r:id="rId12"/>
    <p:sldId id="346" r:id="rId13"/>
    <p:sldId id="296" r:id="rId14"/>
    <p:sldId id="353" r:id="rId15"/>
    <p:sldId id="368" r:id="rId16"/>
    <p:sldId id="370" r:id="rId17"/>
    <p:sldId id="371" r:id="rId18"/>
    <p:sldId id="372" r:id="rId19"/>
    <p:sldId id="369" r:id="rId20"/>
    <p:sldId id="373" r:id="rId21"/>
    <p:sldId id="361" r:id="rId22"/>
    <p:sldId id="283" r:id="rId23"/>
    <p:sldId id="286" r:id="rId24"/>
    <p:sldId id="284" r:id="rId25"/>
    <p:sldId id="285" r:id="rId26"/>
    <p:sldId id="374" r:id="rId27"/>
    <p:sldId id="330" r:id="rId28"/>
    <p:sldId id="363" r:id="rId29"/>
    <p:sldId id="331" r:id="rId30"/>
    <p:sldId id="375" r:id="rId31"/>
    <p:sldId id="304" r:id="rId32"/>
    <p:sldId id="337" r:id="rId33"/>
    <p:sldId id="336" r:id="rId34"/>
    <p:sldId id="338" r:id="rId35"/>
    <p:sldId id="340" r:id="rId36"/>
    <p:sldId id="376" r:id="rId37"/>
    <p:sldId id="342" r:id="rId38"/>
    <p:sldId id="339" r:id="rId39"/>
    <p:sldId id="343" r:id="rId40"/>
    <p:sldId id="352" r:id="rId41"/>
    <p:sldId id="341" r:id="rId42"/>
    <p:sldId id="348" r:id="rId43"/>
    <p:sldId id="349" r:id="rId44"/>
    <p:sldId id="344" r:id="rId45"/>
    <p:sldId id="345" r:id="rId46"/>
    <p:sldId id="350" r:id="rId47"/>
    <p:sldId id="351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1E00"/>
    <a:srgbClr val="FF5D5B"/>
    <a:srgbClr val="5170FF"/>
    <a:srgbClr val="B75FE7"/>
    <a:srgbClr val="FFBC49"/>
    <a:srgbClr val="D9D9D9"/>
    <a:srgbClr val="AEAEAE"/>
    <a:srgbClr val="AB51D6"/>
    <a:srgbClr val="FF9A00"/>
    <a:srgbClr val="00A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459E-DF23-4586-8E15-4D5048D1F86B}" v="44" dt="2026-09-10T02:04:03.99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991" autoAdjust="0"/>
  </p:normalViewPr>
  <p:slideViewPr>
    <p:cSldViewPr snapToGrid="0">
      <p:cViewPr varScale="1">
        <p:scale>
          <a:sx n="102" d="100"/>
          <a:sy n="102" d="100"/>
        </p:scale>
        <p:origin x="82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9F8FFF-BA20-43EA-924B-4DF5D2A785F3}"/>
    <pc:docChg chg="undo custSel addSld delSld modSld sldOrd">
      <pc:chgData name="Weifeng Xu" userId="e7aed605-a3dd-4d5a-a692-a87037af107b" providerId="ADAL" clId="{F99F8FFF-BA20-43EA-924B-4DF5D2A785F3}" dt="2026-09-10T02:08:44.851" v="1996" actId="207"/>
      <pc:docMkLst>
        <pc:docMk/>
      </pc:docMkLst>
      <pc:sldChg chg="addSp delSp modSp mod">
        <pc:chgData name="Weifeng Xu" userId="e7aed605-a3dd-4d5a-a692-a87037af107b" providerId="ADAL" clId="{F99F8FFF-BA20-43EA-924B-4DF5D2A785F3}" dt="2026-09-09T22:56:55.566" v="1804" actId="20577"/>
        <pc:sldMkLst>
          <pc:docMk/>
          <pc:sldMk cId="838394385" sldId="260"/>
        </pc:sldMkLst>
        <pc:spChg chg="mod">
          <ac:chgData name="Weifeng Xu" userId="e7aed605-a3dd-4d5a-a692-a87037af107b" providerId="ADAL" clId="{F99F8FFF-BA20-43EA-924B-4DF5D2A785F3}" dt="2026-09-09T22:56:55.566" v="1804" actId="20577"/>
          <ac:spMkLst>
            <pc:docMk/>
            <pc:sldMk cId="838394385" sldId="260"/>
            <ac:spMk id="5" creationId="{6C17F393-F710-4456-B5F0-9733926FEB7C}"/>
          </ac:spMkLst>
        </pc:spChg>
        <pc:spChg chg="del">
          <ac:chgData name="Weifeng Xu" userId="e7aed605-a3dd-4d5a-a692-a87037af107b" providerId="ADAL" clId="{F99F8FFF-BA20-43EA-924B-4DF5D2A785F3}" dt="2026-09-09T14:29:23.655" v="890" actId="478"/>
          <ac:spMkLst>
            <pc:docMk/>
            <pc:sldMk cId="838394385" sldId="260"/>
            <ac:spMk id="6" creationId="{26B77831-5A98-105E-092E-61E3D0021A42}"/>
          </ac:spMkLst>
        </pc:spChg>
        <pc:spChg chg="del">
          <ac:chgData name="Weifeng Xu" userId="e7aed605-a3dd-4d5a-a692-a87037af107b" providerId="ADAL" clId="{F99F8FFF-BA20-43EA-924B-4DF5D2A785F3}" dt="2026-09-09T14:29:23.655" v="890" actId="478"/>
          <ac:spMkLst>
            <pc:docMk/>
            <pc:sldMk cId="838394385" sldId="260"/>
            <ac:spMk id="8" creationId="{1641008C-FDD9-4D45-8696-9CCD8D826F1A}"/>
          </ac:spMkLst>
        </pc:spChg>
        <pc:graphicFrameChg chg="del">
          <ac:chgData name="Weifeng Xu" userId="e7aed605-a3dd-4d5a-a692-a87037af107b" providerId="ADAL" clId="{F99F8FFF-BA20-43EA-924B-4DF5D2A785F3}" dt="2026-09-09T14:29:23.655" v="890" actId="478"/>
          <ac:graphicFrameMkLst>
            <pc:docMk/>
            <pc:sldMk cId="838394385" sldId="260"/>
            <ac:graphicFrameMk id="4" creationId="{14688B8C-D6F1-4F83-81A3-AA8CC6B44AA2}"/>
          </ac:graphicFrameMkLst>
        </pc:graphicFrameChg>
        <pc:picChg chg="del">
          <ac:chgData name="Weifeng Xu" userId="e7aed605-a3dd-4d5a-a692-a87037af107b" providerId="ADAL" clId="{F99F8FFF-BA20-43EA-924B-4DF5D2A785F3}" dt="2026-09-09T14:29:23.655" v="890" actId="478"/>
          <ac:picMkLst>
            <pc:docMk/>
            <pc:sldMk cId="838394385" sldId="260"/>
            <ac:picMk id="7" creationId="{8F006BEA-7ADE-463A-8C3D-D998E9751295}"/>
          </ac:picMkLst>
        </pc:picChg>
        <pc:picChg chg="add del">
          <ac:chgData name="Weifeng Xu" userId="e7aed605-a3dd-4d5a-a692-a87037af107b" providerId="ADAL" clId="{F99F8FFF-BA20-43EA-924B-4DF5D2A785F3}" dt="2026-09-09T14:29:29.836" v="892" actId="22"/>
          <ac:picMkLst>
            <pc:docMk/>
            <pc:sldMk cId="838394385" sldId="260"/>
            <ac:picMk id="9" creationId="{5CB1ECA9-5282-51E2-679E-CAA0724AB65E}"/>
          </ac:picMkLst>
        </pc:picChg>
        <pc:picChg chg="del">
          <ac:chgData name="Weifeng Xu" userId="e7aed605-a3dd-4d5a-a692-a87037af107b" providerId="ADAL" clId="{F99F8FFF-BA20-43EA-924B-4DF5D2A785F3}" dt="2026-09-09T14:29:23.655" v="890" actId="478"/>
          <ac:picMkLst>
            <pc:docMk/>
            <pc:sldMk cId="838394385" sldId="260"/>
            <ac:picMk id="10242" creationId="{DDDBEA06-246B-4885-849F-7DE9996163CA}"/>
          </ac:picMkLst>
        </pc:picChg>
      </pc:sldChg>
      <pc:sldChg chg="modSp mod">
        <pc:chgData name="Weifeng Xu" userId="e7aed605-a3dd-4d5a-a692-a87037af107b" providerId="ADAL" clId="{F99F8FFF-BA20-43EA-924B-4DF5D2A785F3}" dt="2026-09-10T00:24:00.861" v="1864" actId="20577"/>
        <pc:sldMkLst>
          <pc:docMk/>
          <pc:sldMk cId="4291129217" sldId="282"/>
        </pc:sldMkLst>
        <pc:spChg chg="mod">
          <ac:chgData name="Weifeng Xu" userId="e7aed605-a3dd-4d5a-a692-a87037af107b" providerId="ADAL" clId="{F99F8FFF-BA20-43EA-924B-4DF5D2A785F3}" dt="2026-09-10T00:24:00.861" v="1864" actId="20577"/>
          <ac:spMkLst>
            <pc:docMk/>
            <pc:sldMk cId="4291129217" sldId="282"/>
            <ac:spMk id="2" creationId="{D8477CFB-004B-427D-9155-5C90F833AA6C}"/>
          </ac:spMkLst>
        </pc:spChg>
      </pc:sldChg>
      <pc:sldChg chg="addSp modSp mod">
        <pc:chgData name="Weifeng Xu" userId="e7aed605-a3dd-4d5a-a692-a87037af107b" providerId="ADAL" clId="{F99F8FFF-BA20-43EA-924B-4DF5D2A785F3}" dt="2026-09-09T19:29:21.268" v="1278" actId="1076"/>
        <pc:sldMkLst>
          <pc:docMk/>
          <pc:sldMk cId="1345239187" sldId="283"/>
        </pc:sldMkLst>
        <pc:spChg chg="mod">
          <ac:chgData name="Weifeng Xu" userId="e7aed605-a3dd-4d5a-a692-a87037af107b" providerId="ADAL" clId="{F99F8FFF-BA20-43EA-924B-4DF5D2A785F3}" dt="2026-09-09T19:28:55.301" v="1248" actId="1076"/>
          <ac:spMkLst>
            <pc:docMk/>
            <pc:sldMk cId="1345239187" sldId="283"/>
            <ac:spMk id="6" creationId="{CC7C9779-3CD4-4CE3-B920-1336E01BA4EB}"/>
          </ac:spMkLst>
        </pc:spChg>
        <pc:spChg chg="add mod">
          <ac:chgData name="Weifeng Xu" userId="e7aed605-a3dd-4d5a-a692-a87037af107b" providerId="ADAL" clId="{F99F8FFF-BA20-43EA-924B-4DF5D2A785F3}" dt="2026-09-09T19:29:18.696" v="1277" actId="1076"/>
          <ac:spMkLst>
            <pc:docMk/>
            <pc:sldMk cId="1345239187" sldId="283"/>
            <ac:spMk id="9" creationId="{6152A9DF-BFA2-A2FE-5B10-28895BDDA95E}"/>
          </ac:spMkLst>
        </pc:spChg>
        <pc:spChg chg="mod">
          <ac:chgData name="Weifeng Xu" userId="e7aed605-a3dd-4d5a-a692-a87037af107b" providerId="ADAL" clId="{F99F8FFF-BA20-43EA-924B-4DF5D2A785F3}" dt="2026-09-09T19:29:21.268" v="1278" actId="1076"/>
          <ac:spMkLst>
            <pc:docMk/>
            <pc:sldMk cId="1345239187" sldId="283"/>
            <ac:spMk id="10" creationId="{83BF6B1E-3544-48D7-A8EE-D7E9113290F9}"/>
          </ac:spMkLst>
        </pc:spChg>
        <pc:cxnChg chg="add mod">
          <ac:chgData name="Weifeng Xu" userId="e7aed605-a3dd-4d5a-a692-a87037af107b" providerId="ADAL" clId="{F99F8FFF-BA20-43EA-924B-4DF5D2A785F3}" dt="2026-09-09T19:28:52.428" v="1247" actId="14100"/>
          <ac:cxnSpMkLst>
            <pc:docMk/>
            <pc:sldMk cId="1345239187" sldId="283"/>
            <ac:cxnSpMk id="2" creationId="{EBAC36C9-BF8A-C088-FC12-A549417B1A16}"/>
          </ac:cxnSpMkLst>
        </pc:cxnChg>
        <pc:cxnChg chg="mod">
          <ac:chgData name="Weifeng Xu" userId="e7aed605-a3dd-4d5a-a692-a87037af107b" providerId="ADAL" clId="{F99F8FFF-BA20-43EA-924B-4DF5D2A785F3}" dt="2026-09-09T19:28:58.228" v="1249" actId="14100"/>
          <ac:cxnSpMkLst>
            <pc:docMk/>
            <pc:sldMk cId="1345239187" sldId="283"/>
            <ac:cxnSpMk id="8" creationId="{A8D116A5-9BF6-413C-9131-9054C25888D9}"/>
          </ac:cxnSpMkLst>
        </pc:cxnChg>
        <pc:cxnChg chg="mod">
          <ac:chgData name="Weifeng Xu" userId="e7aed605-a3dd-4d5a-a692-a87037af107b" providerId="ADAL" clId="{F99F8FFF-BA20-43EA-924B-4DF5D2A785F3}" dt="2026-09-09T19:29:21.268" v="1278" actId="1076"/>
          <ac:cxnSpMkLst>
            <pc:docMk/>
            <pc:sldMk cId="1345239187" sldId="283"/>
            <ac:cxnSpMk id="12" creationId="{C8E7EF29-4866-4602-9E38-682627D2C606}"/>
          </ac:cxnSpMkLst>
        </pc:cxnChg>
      </pc:sldChg>
      <pc:sldChg chg="addSp modSp mod">
        <pc:chgData name="Weifeng Xu" userId="e7aed605-a3dd-4d5a-a692-a87037af107b" providerId="ADAL" clId="{F99F8FFF-BA20-43EA-924B-4DF5D2A785F3}" dt="2026-09-09T19:31:21.824" v="1287" actId="1076"/>
        <pc:sldMkLst>
          <pc:docMk/>
          <pc:sldMk cId="988206790" sldId="284"/>
        </pc:sldMkLst>
        <pc:picChg chg="add mod">
          <ac:chgData name="Weifeng Xu" userId="e7aed605-a3dd-4d5a-a692-a87037af107b" providerId="ADAL" clId="{F99F8FFF-BA20-43EA-924B-4DF5D2A785F3}" dt="2026-09-09T19:31:21.824" v="1287" actId="1076"/>
          <ac:picMkLst>
            <pc:docMk/>
            <pc:sldMk cId="988206790" sldId="284"/>
            <ac:picMk id="6" creationId="{FA44C6EC-AEEE-7184-9C3D-2EC2555CA891}"/>
          </ac:picMkLst>
        </pc:picChg>
      </pc:sldChg>
      <pc:sldChg chg="addSp delSp modSp mod modClrScheme delDesignElem chgLayout">
        <pc:chgData name="Weifeng Xu" userId="e7aed605-a3dd-4d5a-a692-a87037af107b" providerId="ADAL" clId="{F99F8FFF-BA20-43EA-924B-4DF5D2A785F3}" dt="2026-09-09T20:56:28.431" v="1595" actId="20577"/>
        <pc:sldMkLst>
          <pc:docMk/>
          <pc:sldMk cId="848153081" sldId="285"/>
        </pc:sldMkLst>
        <pc:spChg chg="mod ord">
          <ac:chgData name="Weifeng Xu" userId="e7aed605-a3dd-4d5a-a692-a87037af107b" providerId="ADAL" clId="{F99F8FFF-BA20-43EA-924B-4DF5D2A785F3}" dt="2026-09-09T20:50:22.423" v="1550" actId="700"/>
          <ac:spMkLst>
            <pc:docMk/>
            <pc:sldMk cId="848153081" sldId="285"/>
            <ac:spMk id="2" creationId="{DF252B50-8296-4E34-9531-D3DDE2820F4B}"/>
          </ac:spMkLst>
        </pc:spChg>
        <pc:spChg chg="add mod ord">
          <ac:chgData name="Weifeng Xu" userId="e7aed605-a3dd-4d5a-a692-a87037af107b" providerId="ADAL" clId="{F99F8FFF-BA20-43EA-924B-4DF5D2A785F3}" dt="2026-09-09T20:56:28.431" v="1595" actId="20577"/>
          <ac:spMkLst>
            <pc:docMk/>
            <pc:sldMk cId="848153081" sldId="285"/>
            <ac:spMk id="3" creationId="{D60AED98-B798-34C5-397E-877BE9438736}"/>
          </ac:spMkLst>
        </pc:spChg>
        <pc:spChg chg="del mod">
          <ac:chgData name="Weifeng Xu" userId="e7aed605-a3dd-4d5a-a692-a87037af107b" providerId="ADAL" clId="{F99F8FFF-BA20-43EA-924B-4DF5D2A785F3}" dt="2026-09-09T20:50:40.608" v="1553" actId="478"/>
          <ac:spMkLst>
            <pc:docMk/>
            <pc:sldMk cId="848153081" sldId="285"/>
            <ac:spMk id="6" creationId="{8994CAEB-0C67-4DC2-868A-0EC8EA0E009F}"/>
          </ac:spMkLst>
        </pc:spChg>
        <pc:spChg chg="del">
          <ac:chgData name="Weifeng Xu" userId="e7aed605-a3dd-4d5a-a692-a87037af107b" providerId="ADAL" clId="{F99F8FFF-BA20-43EA-924B-4DF5D2A785F3}" dt="2026-09-09T20:50:22.423" v="1550" actId="700"/>
          <ac:spMkLst>
            <pc:docMk/>
            <pc:sldMk cId="848153081" sldId="285"/>
            <ac:spMk id="14" creationId="{D12DDE76-C203-4047-9998-63900085B5E8}"/>
          </ac:spMkLst>
        </pc:spChg>
      </pc:sldChg>
      <pc:sldChg chg="addSp delSp modSp mod ord modClrScheme chgLayout">
        <pc:chgData name="Weifeng Xu" userId="e7aed605-a3dd-4d5a-a692-a87037af107b" providerId="ADAL" clId="{F99F8FFF-BA20-43EA-924B-4DF5D2A785F3}" dt="2026-09-09T19:50:18.179" v="1301"/>
        <pc:sldMkLst>
          <pc:docMk/>
          <pc:sldMk cId="319929686" sldId="286"/>
        </pc:sldMkLst>
        <pc:spChg chg="del mod ord">
          <ac:chgData name="Weifeng Xu" userId="e7aed605-a3dd-4d5a-a692-a87037af107b" providerId="ADAL" clId="{F99F8FFF-BA20-43EA-924B-4DF5D2A785F3}" dt="2026-09-09T19:46:55.650" v="1296" actId="478"/>
          <ac:spMkLst>
            <pc:docMk/>
            <pc:sldMk cId="319929686" sldId="286"/>
            <ac:spMk id="2" creationId="{71FC046B-894E-4077-979E-159EE0A9FE7C}"/>
          </ac:spMkLst>
        </pc:spChg>
        <pc:spChg chg="del mod">
          <ac:chgData name="Weifeng Xu" userId="e7aed605-a3dd-4d5a-a692-a87037af107b" providerId="ADAL" clId="{F99F8FFF-BA20-43EA-924B-4DF5D2A785F3}" dt="2026-09-09T19:46:47.974" v="1294" actId="478"/>
          <ac:spMkLst>
            <pc:docMk/>
            <pc:sldMk cId="319929686" sldId="286"/>
            <ac:spMk id="3" creationId="{745C6610-12AA-47FC-875A-E31345E9B563}"/>
          </ac:spMkLst>
        </pc:spChg>
        <pc:spChg chg="add del mod">
          <ac:chgData name="Weifeng Xu" userId="e7aed605-a3dd-4d5a-a692-a87037af107b" providerId="ADAL" clId="{F99F8FFF-BA20-43EA-924B-4DF5D2A785F3}" dt="2026-09-09T19:46:52.678" v="1295" actId="700"/>
          <ac:spMkLst>
            <pc:docMk/>
            <pc:sldMk cId="319929686" sldId="286"/>
            <ac:spMk id="5" creationId="{5221E9C5-044F-38DD-D18F-CCC6A92C32D1}"/>
          </ac:spMkLst>
        </pc:spChg>
        <pc:picChg chg="add mod">
          <ac:chgData name="Weifeng Xu" userId="e7aed605-a3dd-4d5a-a692-a87037af107b" providerId="ADAL" clId="{F99F8FFF-BA20-43EA-924B-4DF5D2A785F3}" dt="2026-09-09T19:47:11.623" v="1299" actId="1076"/>
          <ac:picMkLst>
            <pc:docMk/>
            <pc:sldMk cId="319929686" sldId="286"/>
            <ac:picMk id="7" creationId="{729287AD-C5F6-2E79-7E32-29D94BF51BA7}"/>
          </ac:picMkLst>
        </pc:picChg>
      </pc:sldChg>
      <pc:sldChg chg="modSp mod">
        <pc:chgData name="Weifeng Xu" userId="e7aed605-a3dd-4d5a-a692-a87037af107b" providerId="ADAL" clId="{F99F8FFF-BA20-43EA-924B-4DF5D2A785F3}" dt="2026-09-09T15:59:28.311" v="1045" actId="20577"/>
        <pc:sldMkLst>
          <pc:docMk/>
          <pc:sldMk cId="2323005149" sldId="296"/>
        </pc:sldMkLst>
        <pc:spChg chg="mod">
          <ac:chgData name="Weifeng Xu" userId="e7aed605-a3dd-4d5a-a692-a87037af107b" providerId="ADAL" clId="{F99F8FFF-BA20-43EA-924B-4DF5D2A785F3}" dt="2026-09-09T15:59:28.311" v="1045" actId="20577"/>
          <ac:spMkLst>
            <pc:docMk/>
            <pc:sldMk cId="2323005149" sldId="296"/>
            <ac:spMk id="3" creationId="{B8758BF5-58C3-4201-BA87-7F229D24CDC8}"/>
          </ac:spMkLst>
        </pc:spChg>
      </pc:sldChg>
      <pc:sldChg chg="addSp delSp modSp mod">
        <pc:chgData name="Weifeng Xu" userId="e7aed605-a3dd-4d5a-a692-a87037af107b" providerId="ADAL" clId="{F99F8FFF-BA20-43EA-924B-4DF5D2A785F3}" dt="2026-09-10T02:08:44.851" v="1996" actId="207"/>
        <pc:sldMkLst>
          <pc:docMk/>
          <pc:sldMk cId="53763807" sldId="304"/>
        </pc:sldMkLst>
        <pc:spChg chg="mod">
          <ac:chgData name="Weifeng Xu" userId="e7aed605-a3dd-4d5a-a692-a87037af107b" providerId="ADAL" clId="{F99F8FFF-BA20-43EA-924B-4DF5D2A785F3}" dt="2026-09-09T21:54:52.038" v="1598" actId="20577"/>
          <ac:spMkLst>
            <pc:docMk/>
            <pc:sldMk cId="53763807" sldId="304"/>
            <ac:spMk id="2" creationId="{D4487E57-C677-4AF2-BE6A-F635ACF8A1B8}"/>
          </ac:spMkLst>
        </pc:spChg>
        <pc:spChg chg="mod">
          <ac:chgData name="Weifeng Xu" userId="e7aed605-a3dd-4d5a-a692-a87037af107b" providerId="ADAL" clId="{F99F8FFF-BA20-43EA-924B-4DF5D2A785F3}" dt="2026-09-10T02:08:44.851" v="1996" actId="207"/>
          <ac:spMkLst>
            <pc:docMk/>
            <pc:sldMk cId="53763807" sldId="304"/>
            <ac:spMk id="3" creationId="{A3F11A12-9485-4153-BFC0-B274B7516E20}"/>
          </ac:spMkLst>
        </pc:spChg>
        <pc:picChg chg="mod">
          <ac:chgData name="Weifeng Xu" userId="e7aed605-a3dd-4d5a-a692-a87037af107b" providerId="ADAL" clId="{F99F8FFF-BA20-43EA-924B-4DF5D2A785F3}" dt="2026-09-10T01:53:41.153" v="1924" actId="14100"/>
          <ac:picMkLst>
            <pc:docMk/>
            <pc:sldMk cId="53763807" sldId="304"/>
            <ac:picMk id="4" creationId="{DC82B815-89C7-448C-9D50-04942FDC1125}"/>
          </ac:picMkLst>
        </pc:picChg>
        <pc:picChg chg="add del mod">
          <ac:chgData name="Weifeng Xu" userId="e7aed605-a3dd-4d5a-a692-a87037af107b" providerId="ADAL" clId="{F99F8FFF-BA20-43EA-924B-4DF5D2A785F3}" dt="2026-09-10T01:53:43.216" v="1925" actId="478"/>
          <ac:picMkLst>
            <pc:docMk/>
            <pc:sldMk cId="53763807" sldId="304"/>
            <ac:picMk id="6" creationId="{9611EC11-A64A-CB03-A7C7-F5788BF7E86B}"/>
          </ac:picMkLst>
        </pc:picChg>
        <pc:picChg chg="add del">
          <ac:chgData name="Weifeng Xu" userId="e7aed605-a3dd-4d5a-a692-a87037af107b" providerId="ADAL" clId="{F99F8FFF-BA20-43EA-924B-4DF5D2A785F3}" dt="2026-09-10T01:52:58.405" v="1919" actId="22"/>
          <ac:picMkLst>
            <pc:docMk/>
            <pc:sldMk cId="53763807" sldId="304"/>
            <ac:picMk id="7" creationId="{8CDD04EA-2052-8CDE-C6BD-E49C415596AF}"/>
          </ac:picMkLst>
        </pc:picChg>
        <pc:picChg chg="add mod">
          <ac:chgData name="Weifeng Xu" userId="e7aed605-a3dd-4d5a-a692-a87037af107b" providerId="ADAL" clId="{F99F8FFF-BA20-43EA-924B-4DF5D2A785F3}" dt="2026-09-10T01:53:59.744" v="1927" actId="1076"/>
          <ac:picMkLst>
            <pc:docMk/>
            <pc:sldMk cId="53763807" sldId="304"/>
            <ac:picMk id="9" creationId="{12F4C911-D27D-E9C1-C125-1BF2F871C7E9}"/>
          </ac:picMkLst>
        </pc:picChg>
      </pc:sldChg>
      <pc:sldChg chg="addSp delSp modSp mod">
        <pc:chgData name="Weifeng Xu" userId="e7aed605-a3dd-4d5a-a692-a87037af107b" providerId="ADAL" clId="{F99F8FFF-BA20-43EA-924B-4DF5D2A785F3}" dt="2026-09-09T20:22:20.380" v="1537" actId="207"/>
        <pc:sldMkLst>
          <pc:docMk/>
          <pc:sldMk cId="3192494774" sldId="330"/>
        </pc:sldMkLst>
        <pc:spChg chg="mod">
          <ac:chgData name="Weifeng Xu" userId="e7aed605-a3dd-4d5a-a692-a87037af107b" providerId="ADAL" clId="{F99F8FFF-BA20-43EA-924B-4DF5D2A785F3}" dt="2026-09-09T20:00:09.330" v="1340"/>
          <ac:spMkLst>
            <pc:docMk/>
            <pc:sldMk cId="3192494774" sldId="330"/>
            <ac:spMk id="2" creationId="{AC8A2AAE-B936-47A0-A415-84BC7B4B21D5}"/>
          </ac:spMkLst>
        </pc:spChg>
        <pc:spChg chg="del mod">
          <ac:chgData name="Weifeng Xu" userId="e7aed605-a3dd-4d5a-a692-a87037af107b" providerId="ADAL" clId="{F99F8FFF-BA20-43EA-924B-4DF5D2A785F3}" dt="2026-09-09T20:06:25.251" v="1432" actId="478"/>
          <ac:spMkLst>
            <pc:docMk/>
            <pc:sldMk cId="3192494774" sldId="330"/>
            <ac:spMk id="3" creationId="{4929837B-3CC1-4F40-BFDA-890D8F6D680B}"/>
          </ac:spMkLst>
        </pc:spChg>
        <pc:spChg chg="add del mod">
          <ac:chgData name="Weifeng Xu" userId="e7aed605-a3dd-4d5a-a692-a87037af107b" providerId="ADAL" clId="{F99F8FFF-BA20-43EA-924B-4DF5D2A785F3}" dt="2026-09-09T19:56:52.981" v="1311"/>
          <ac:spMkLst>
            <pc:docMk/>
            <pc:sldMk cId="3192494774" sldId="330"/>
            <ac:spMk id="4" creationId="{16CEF9D9-D7D9-300B-641C-FE42942A751C}"/>
          </ac:spMkLst>
        </pc:spChg>
        <pc:spChg chg="add mod">
          <ac:chgData name="Weifeng Xu" userId="e7aed605-a3dd-4d5a-a692-a87037af107b" providerId="ADAL" clId="{F99F8FFF-BA20-43EA-924B-4DF5D2A785F3}" dt="2026-09-09T20:22:20.380" v="1537" actId="207"/>
          <ac:spMkLst>
            <pc:docMk/>
            <pc:sldMk cId="3192494774" sldId="330"/>
            <ac:spMk id="7" creationId="{14E949FB-6F95-99FA-2ABB-4E6780CC4C04}"/>
          </ac:spMkLst>
        </pc:spChg>
        <pc:picChg chg="mod">
          <ac:chgData name="Weifeng Xu" userId="e7aed605-a3dd-4d5a-a692-a87037af107b" providerId="ADAL" clId="{F99F8FFF-BA20-43EA-924B-4DF5D2A785F3}" dt="2026-09-09T20:07:24.920" v="1434" actId="1076"/>
          <ac:picMkLst>
            <pc:docMk/>
            <pc:sldMk cId="3192494774" sldId="330"/>
            <ac:picMk id="5" creationId="{267DA920-D0F2-47B7-AFD4-CAE821D9847B}"/>
          </ac:picMkLst>
        </pc:picChg>
      </pc:sldChg>
      <pc:sldChg chg="addSp delSp modSp mod modClrScheme chgLayout">
        <pc:chgData name="Weifeng Xu" userId="e7aed605-a3dd-4d5a-a692-a87037af107b" providerId="ADAL" clId="{F99F8FFF-BA20-43EA-924B-4DF5D2A785F3}" dt="2026-09-09T20:21:03.306" v="1529" actId="2711"/>
        <pc:sldMkLst>
          <pc:docMk/>
          <pc:sldMk cId="2786836983" sldId="331"/>
        </pc:sldMkLst>
        <pc:spChg chg="add del mod">
          <ac:chgData name="Weifeng Xu" userId="e7aed605-a3dd-4d5a-a692-a87037af107b" providerId="ADAL" clId="{F99F8FFF-BA20-43EA-924B-4DF5D2A785F3}" dt="2026-09-09T20:17:18.165" v="1496" actId="700"/>
          <ac:spMkLst>
            <pc:docMk/>
            <pc:sldMk cId="2786836983" sldId="331"/>
            <ac:spMk id="3" creationId="{0319005C-C0CB-F3CE-2748-4D903BC9BF1E}"/>
          </ac:spMkLst>
        </pc:spChg>
        <pc:spChg chg="mod ord">
          <ac:chgData name="Weifeng Xu" userId="e7aed605-a3dd-4d5a-a692-a87037af107b" providerId="ADAL" clId="{F99F8FFF-BA20-43EA-924B-4DF5D2A785F3}" dt="2026-09-09T20:17:18.165" v="1496" actId="700"/>
          <ac:spMkLst>
            <pc:docMk/>
            <pc:sldMk cId="2786836983" sldId="331"/>
            <ac:spMk id="4" creationId="{5067225B-F6E7-0A43-74DE-45821CEBD8CC}"/>
          </ac:spMkLst>
        </pc:spChg>
        <pc:spChg chg="del">
          <ac:chgData name="Weifeng Xu" userId="e7aed605-a3dd-4d5a-a692-a87037af107b" providerId="ADAL" clId="{F99F8FFF-BA20-43EA-924B-4DF5D2A785F3}" dt="2026-09-09T20:17:15.244" v="1495" actId="478"/>
          <ac:spMkLst>
            <pc:docMk/>
            <pc:sldMk cId="2786836983" sldId="331"/>
            <ac:spMk id="5" creationId="{DDFA59A4-5C08-B19A-3E86-2B6C2E5F7E8C}"/>
          </ac:spMkLst>
        </pc:spChg>
        <pc:spChg chg="add mod">
          <ac:chgData name="Weifeng Xu" userId="e7aed605-a3dd-4d5a-a692-a87037af107b" providerId="ADAL" clId="{F99F8FFF-BA20-43EA-924B-4DF5D2A785F3}" dt="2026-09-09T20:19:52.210" v="1515" actId="404"/>
          <ac:spMkLst>
            <pc:docMk/>
            <pc:sldMk cId="2786836983" sldId="331"/>
            <ac:spMk id="8" creationId="{C22235D9-172C-0A4F-BAAA-B1BD759FA8E1}"/>
          </ac:spMkLst>
        </pc:spChg>
        <pc:graphicFrameChg chg="add mod modGraphic">
          <ac:chgData name="Weifeng Xu" userId="e7aed605-a3dd-4d5a-a692-a87037af107b" providerId="ADAL" clId="{F99F8FFF-BA20-43EA-924B-4DF5D2A785F3}" dt="2026-09-09T20:21:03.306" v="1529" actId="2711"/>
          <ac:graphicFrameMkLst>
            <pc:docMk/>
            <pc:sldMk cId="2786836983" sldId="331"/>
            <ac:graphicFrameMk id="6" creationId="{9DFB2348-FB84-358F-1125-1B72AA0FF146}"/>
          </ac:graphicFrameMkLst>
        </pc:graphicFrameChg>
      </pc:sldChg>
      <pc:sldChg chg="del">
        <pc:chgData name="Weifeng Xu" userId="e7aed605-a3dd-4d5a-a692-a87037af107b" providerId="ADAL" clId="{F99F8FFF-BA20-43EA-924B-4DF5D2A785F3}" dt="2026-09-09T20:20:03.714" v="1516" actId="47"/>
        <pc:sldMkLst>
          <pc:docMk/>
          <pc:sldMk cId="3230497500" sldId="333"/>
        </pc:sldMkLst>
      </pc:sldChg>
      <pc:sldChg chg="modSp mod">
        <pc:chgData name="Weifeng Xu" userId="e7aed605-a3dd-4d5a-a692-a87037af107b" providerId="ADAL" clId="{F99F8FFF-BA20-43EA-924B-4DF5D2A785F3}" dt="2026-09-10T00:25:17.515" v="1866" actId="6549"/>
        <pc:sldMkLst>
          <pc:docMk/>
          <pc:sldMk cId="566423159" sldId="334"/>
        </pc:sldMkLst>
        <pc:spChg chg="mod">
          <ac:chgData name="Weifeng Xu" userId="e7aed605-a3dd-4d5a-a692-a87037af107b" providerId="ADAL" clId="{F99F8FFF-BA20-43EA-924B-4DF5D2A785F3}" dt="2026-09-10T00:25:17.515" v="1866" actId="6549"/>
          <ac:spMkLst>
            <pc:docMk/>
            <pc:sldMk cId="566423159" sldId="334"/>
            <ac:spMk id="4" creationId="{25205220-C69B-4DFE-A920-E9B89A00D9D1}"/>
          </ac:spMkLst>
        </pc:spChg>
      </pc:sldChg>
      <pc:sldChg chg="modSp mod">
        <pc:chgData name="Weifeng Xu" userId="e7aed605-a3dd-4d5a-a692-a87037af107b" providerId="ADAL" clId="{F99F8FFF-BA20-43EA-924B-4DF5D2A785F3}" dt="2026-09-09T22:53:19.952" v="1799" actId="20577"/>
        <pc:sldMkLst>
          <pc:docMk/>
          <pc:sldMk cId="3689451257" sldId="335"/>
        </pc:sldMkLst>
        <pc:spChg chg="mod">
          <ac:chgData name="Weifeng Xu" userId="e7aed605-a3dd-4d5a-a692-a87037af107b" providerId="ADAL" clId="{F99F8FFF-BA20-43EA-924B-4DF5D2A785F3}" dt="2026-09-09T22:53:19.952" v="1799" actId="20577"/>
          <ac:spMkLst>
            <pc:docMk/>
            <pc:sldMk cId="3689451257" sldId="335"/>
            <ac:spMk id="5" creationId="{1200835B-B4F5-499F-BB0B-7799CB515189}"/>
          </ac:spMkLst>
        </pc:spChg>
      </pc:sldChg>
      <pc:sldChg chg="addSp modSp mod">
        <pc:chgData name="Weifeng Xu" userId="e7aed605-a3dd-4d5a-a692-a87037af107b" providerId="ADAL" clId="{F99F8FFF-BA20-43EA-924B-4DF5D2A785F3}" dt="2026-09-09T22:02:07.427" v="1602" actId="1076"/>
        <pc:sldMkLst>
          <pc:docMk/>
          <pc:sldMk cId="713012708" sldId="336"/>
        </pc:sldMkLst>
        <pc:picChg chg="add mod">
          <ac:chgData name="Weifeng Xu" userId="e7aed605-a3dd-4d5a-a692-a87037af107b" providerId="ADAL" clId="{F99F8FFF-BA20-43EA-924B-4DF5D2A785F3}" dt="2026-09-09T22:02:07.427" v="1602" actId="1076"/>
          <ac:picMkLst>
            <pc:docMk/>
            <pc:sldMk cId="713012708" sldId="336"/>
            <ac:picMk id="3" creationId="{6B38B387-4C2A-03BC-ACFB-D16E938F3558}"/>
          </ac:picMkLst>
        </pc:picChg>
      </pc:sldChg>
      <pc:sldChg chg="ord">
        <pc:chgData name="Weifeng Xu" userId="e7aed605-a3dd-4d5a-a692-a87037af107b" providerId="ADAL" clId="{F99F8FFF-BA20-43EA-924B-4DF5D2A785F3}" dt="2026-09-09T22:07:43.581" v="1604"/>
        <pc:sldMkLst>
          <pc:docMk/>
          <pc:sldMk cId="119805061" sldId="337"/>
        </pc:sldMkLst>
      </pc:sldChg>
      <pc:sldChg chg="modSp mod">
        <pc:chgData name="Weifeng Xu" userId="e7aed605-a3dd-4d5a-a692-a87037af107b" providerId="ADAL" clId="{F99F8FFF-BA20-43EA-924B-4DF5D2A785F3}" dt="2026-09-09T22:27:56.355" v="1759" actId="14100"/>
        <pc:sldMkLst>
          <pc:docMk/>
          <pc:sldMk cId="1184896937" sldId="339"/>
        </pc:sldMkLst>
        <pc:spChg chg="mod">
          <ac:chgData name="Weifeng Xu" userId="e7aed605-a3dd-4d5a-a692-a87037af107b" providerId="ADAL" clId="{F99F8FFF-BA20-43EA-924B-4DF5D2A785F3}" dt="2026-09-09T22:27:19.724" v="1756" actId="20577"/>
          <ac:spMkLst>
            <pc:docMk/>
            <pc:sldMk cId="1184896937" sldId="339"/>
            <ac:spMk id="2" creationId="{E46B31E6-2909-454C-A2B8-8F8493361A53}"/>
          </ac:spMkLst>
        </pc:spChg>
        <pc:spChg chg="mod">
          <ac:chgData name="Weifeng Xu" userId="e7aed605-a3dd-4d5a-a692-a87037af107b" providerId="ADAL" clId="{F99F8FFF-BA20-43EA-924B-4DF5D2A785F3}" dt="2026-09-09T22:27:46.872" v="1758" actId="27636"/>
          <ac:spMkLst>
            <pc:docMk/>
            <pc:sldMk cId="1184896937" sldId="339"/>
            <ac:spMk id="3" creationId="{B1336FA1-660A-4D9A-9438-CDC8713F4D82}"/>
          </ac:spMkLst>
        </pc:spChg>
        <pc:cxnChg chg="mod">
          <ac:chgData name="Weifeng Xu" userId="e7aed605-a3dd-4d5a-a692-a87037af107b" providerId="ADAL" clId="{F99F8FFF-BA20-43EA-924B-4DF5D2A785F3}" dt="2026-09-09T22:27:56.355" v="1759" actId="14100"/>
          <ac:cxnSpMkLst>
            <pc:docMk/>
            <pc:sldMk cId="1184896937" sldId="339"/>
            <ac:cxnSpMk id="6" creationId="{264C21C4-6F16-413C-AA6A-772066364DD1}"/>
          </ac:cxnSpMkLst>
        </pc:cxnChg>
      </pc:sldChg>
      <pc:sldChg chg="modSp mod">
        <pc:chgData name="Weifeng Xu" userId="e7aed605-a3dd-4d5a-a692-a87037af107b" providerId="ADAL" clId="{F99F8FFF-BA20-43EA-924B-4DF5D2A785F3}" dt="2026-09-09T22:26:24.164" v="1722" actId="313"/>
        <pc:sldMkLst>
          <pc:docMk/>
          <pc:sldMk cId="347436562" sldId="342"/>
        </pc:sldMkLst>
        <pc:spChg chg="mod">
          <ac:chgData name="Weifeng Xu" userId="e7aed605-a3dd-4d5a-a692-a87037af107b" providerId="ADAL" clId="{F99F8FFF-BA20-43EA-924B-4DF5D2A785F3}" dt="2026-09-09T22:26:24.164" v="1722" actId="313"/>
          <ac:spMkLst>
            <pc:docMk/>
            <pc:sldMk cId="347436562" sldId="342"/>
            <ac:spMk id="4" creationId="{B224AC84-7FC2-4C23-B8B7-D8F086B5B43F}"/>
          </ac:spMkLst>
        </pc:spChg>
      </pc:sldChg>
      <pc:sldChg chg="modSp mod">
        <pc:chgData name="Weifeng Xu" userId="e7aed605-a3dd-4d5a-a692-a87037af107b" providerId="ADAL" clId="{F99F8FFF-BA20-43EA-924B-4DF5D2A785F3}" dt="2026-09-09T22:29:17.068" v="1760" actId="2711"/>
        <pc:sldMkLst>
          <pc:docMk/>
          <pc:sldMk cId="188422031" sldId="344"/>
        </pc:sldMkLst>
        <pc:spChg chg="mod">
          <ac:chgData name="Weifeng Xu" userId="e7aed605-a3dd-4d5a-a692-a87037af107b" providerId="ADAL" clId="{F99F8FFF-BA20-43EA-924B-4DF5D2A785F3}" dt="2026-09-09T22:29:17.068" v="1760" actId="2711"/>
          <ac:spMkLst>
            <pc:docMk/>
            <pc:sldMk cId="188422031" sldId="344"/>
            <ac:spMk id="4" creationId="{EC0279F1-0FC0-4823-8374-B55EB32092B7}"/>
          </ac:spMkLst>
        </pc:spChg>
      </pc:sldChg>
      <pc:sldChg chg="del">
        <pc:chgData name="Weifeng Xu" userId="e7aed605-a3dd-4d5a-a692-a87037af107b" providerId="ADAL" clId="{F99F8FFF-BA20-43EA-924B-4DF5D2A785F3}" dt="2026-09-09T20:27:45.434" v="1547" actId="47"/>
        <pc:sldMkLst>
          <pc:docMk/>
          <pc:sldMk cId="1360313626" sldId="347"/>
        </pc:sldMkLst>
      </pc:sldChg>
      <pc:sldChg chg="addSp delSp modSp mod modClrScheme chgLayout">
        <pc:chgData name="Weifeng Xu" userId="e7aed605-a3dd-4d5a-a692-a87037af107b" providerId="ADAL" clId="{F99F8FFF-BA20-43EA-924B-4DF5D2A785F3}" dt="2026-09-09T15:58:39.110" v="1005" actId="22"/>
        <pc:sldMkLst>
          <pc:docMk/>
          <pc:sldMk cId="615912425" sldId="353"/>
        </pc:sldMkLst>
        <pc:spChg chg="add del mod">
          <ac:chgData name="Weifeng Xu" userId="e7aed605-a3dd-4d5a-a692-a87037af107b" providerId="ADAL" clId="{F99F8FFF-BA20-43EA-924B-4DF5D2A785F3}" dt="2026-09-09T15:58:34.411" v="1004" actId="700"/>
          <ac:spMkLst>
            <pc:docMk/>
            <pc:sldMk cId="615912425" sldId="353"/>
            <ac:spMk id="2" creationId="{6BF0348D-C5CC-E5FF-8DAB-8DFEF1EE85B6}"/>
          </ac:spMkLst>
        </pc:spChg>
        <pc:spChg chg="del">
          <ac:chgData name="Weifeng Xu" userId="e7aed605-a3dd-4d5a-a692-a87037af107b" providerId="ADAL" clId="{F99F8FFF-BA20-43EA-924B-4DF5D2A785F3}" dt="2026-09-09T15:58:30.404" v="1003" actId="478"/>
          <ac:spMkLst>
            <pc:docMk/>
            <pc:sldMk cId="615912425" sldId="353"/>
            <ac:spMk id="4" creationId="{05463EA0-C3B6-28F2-52CC-90BEC6531325}"/>
          </ac:spMkLst>
        </pc:spChg>
        <pc:spChg chg="del">
          <ac:chgData name="Weifeng Xu" userId="e7aed605-a3dd-4d5a-a692-a87037af107b" providerId="ADAL" clId="{F99F8FFF-BA20-43EA-924B-4DF5D2A785F3}" dt="2026-09-09T15:58:30.404" v="1003" actId="478"/>
          <ac:spMkLst>
            <pc:docMk/>
            <pc:sldMk cId="615912425" sldId="353"/>
            <ac:spMk id="5" creationId="{D4B36F04-39CB-732F-A2AE-FFF907C97F76}"/>
          </ac:spMkLst>
        </pc:spChg>
        <pc:spChg chg="del">
          <ac:chgData name="Weifeng Xu" userId="e7aed605-a3dd-4d5a-a692-a87037af107b" providerId="ADAL" clId="{F99F8FFF-BA20-43EA-924B-4DF5D2A785F3}" dt="2026-09-09T15:58:30.404" v="1003" actId="478"/>
          <ac:spMkLst>
            <pc:docMk/>
            <pc:sldMk cId="615912425" sldId="353"/>
            <ac:spMk id="7" creationId="{850ADE09-2449-B332-D2EE-C4C91FAFC792}"/>
          </ac:spMkLst>
        </pc:spChg>
        <pc:picChg chg="del">
          <ac:chgData name="Weifeng Xu" userId="e7aed605-a3dd-4d5a-a692-a87037af107b" providerId="ADAL" clId="{F99F8FFF-BA20-43EA-924B-4DF5D2A785F3}" dt="2026-09-09T15:58:30.404" v="1003" actId="478"/>
          <ac:picMkLst>
            <pc:docMk/>
            <pc:sldMk cId="615912425" sldId="353"/>
            <ac:picMk id="6" creationId="{F5D89FC1-1D22-3027-AB46-218AAFC9F178}"/>
          </ac:picMkLst>
        </pc:picChg>
        <pc:picChg chg="add">
          <ac:chgData name="Weifeng Xu" userId="e7aed605-a3dd-4d5a-a692-a87037af107b" providerId="ADAL" clId="{F99F8FFF-BA20-43EA-924B-4DF5D2A785F3}" dt="2026-09-09T15:58:39.110" v="1005" actId="22"/>
          <ac:picMkLst>
            <pc:docMk/>
            <pc:sldMk cId="615912425" sldId="353"/>
            <ac:picMk id="8" creationId="{B94A83B4-9C06-6E43-CCF5-30658A68B7EF}"/>
          </ac:picMkLst>
        </pc:picChg>
        <pc:picChg chg="del">
          <ac:chgData name="Weifeng Xu" userId="e7aed605-a3dd-4d5a-a692-a87037af107b" providerId="ADAL" clId="{F99F8FFF-BA20-43EA-924B-4DF5D2A785F3}" dt="2026-09-09T15:58:30.404" v="1003" actId="478"/>
          <ac:picMkLst>
            <pc:docMk/>
            <pc:sldMk cId="615912425" sldId="353"/>
            <ac:picMk id="1028" creationId="{3A9CB9D1-1DBC-F7AD-7E42-805629A6BCF1}"/>
          </ac:picMkLst>
        </pc:picChg>
      </pc:sldChg>
      <pc:sldChg chg="add del">
        <pc:chgData name="Weifeng Xu" userId="e7aed605-a3dd-4d5a-a692-a87037af107b" providerId="ADAL" clId="{F99F8FFF-BA20-43EA-924B-4DF5D2A785F3}" dt="2026-09-09T16:02:24.579" v="1051" actId="47"/>
        <pc:sldMkLst>
          <pc:docMk/>
          <pc:sldMk cId="3130248869" sldId="354"/>
        </pc:sldMkLst>
      </pc:sldChg>
      <pc:sldChg chg="add del">
        <pc:chgData name="Weifeng Xu" userId="e7aed605-a3dd-4d5a-a692-a87037af107b" providerId="ADAL" clId="{F99F8FFF-BA20-43EA-924B-4DF5D2A785F3}" dt="2026-09-09T16:02:17.962" v="1050" actId="47"/>
        <pc:sldMkLst>
          <pc:docMk/>
          <pc:sldMk cId="3194598636" sldId="355"/>
        </pc:sldMkLst>
      </pc:sldChg>
      <pc:sldChg chg="del">
        <pc:chgData name="Weifeng Xu" userId="e7aed605-a3dd-4d5a-a692-a87037af107b" providerId="ADAL" clId="{F99F8FFF-BA20-43EA-924B-4DF5D2A785F3}" dt="2026-09-09T17:16:41.884" v="1203" actId="47"/>
        <pc:sldMkLst>
          <pc:docMk/>
          <pc:sldMk cId="2629702934" sldId="356"/>
        </pc:sldMkLst>
      </pc:sldChg>
      <pc:sldChg chg="del">
        <pc:chgData name="Weifeng Xu" userId="e7aed605-a3dd-4d5a-a692-a87037af107b" providerId="ADAL" clId="{F99F8FFF-BA20-43EA-924B-4DF5D2A785F3}" dt="2026-09-09T20:48:48.295" v="1548" actId="47"/>
        <pc:sldMkLst>
          <pc:docMk/>
          <pc:sldMk cId="3325037933" sldId="357"/>
        </pc:sldMkLst>
      </pc:sldChg>
      <pc:sldChg chg="del">
        <pc:chgData name="Weifeng Xu" userId="e7aed605-a3dd-4d5a-a692-a87037af107b" providerId="ADAL" clId="{F99F8FFF-BA20-43EA-924B-4DF5D2A785F3}" dt="2026-09-09T20:48:49.725" v="1549" actId="47"/>
        <pc:sldMkLst>
          <pc:docMk/>
          <pc:sldMk cId="3121721553" sldId="358"/>
        </pc:sldMkLst>
      </pc:sldChg>
      <pc:sldChg chg="del">
        <pc:chgData name="Weifeng Xu" userId="e7aed605-a3dd-4d5a-a692-a87037af107b" providerId="ADAL" clId="{F99F8FFF-BA20-43EA-924B-4DF5D2A785F3}" dt="2026-09-09T17:16:43.857" v="1204" actId="47"/>
        <pc:sldMkLst>
          <pc:docMk/>
          <pc:sldMk cId="1160420985" sldId="359"/>
        </pc:sldMkLst>
      </pc:sldChg>
      <pc:sldChg chg="del">
        <pc:chgData name="Weifeng Xu" userId="e7aed605-a3dd-4d5a-a692-a87037af107b" providerId="ADAL" clId="{F99F8FFF-BA20-43EA-924B-4DF5D2A785F3}" dt="2026-09-09T17:17:08.642" v="1205" actId="47"/>
        <pc:sldMkLst>
          <pc:docMk/>
          <pc:sldMk cId="1825281144" sldId="360"/>
        </pc:sldMkLst>
      </pc:sldChg>
      <pc:sldChg chg="del">
        <pc:chgData name="Weifeng Xu" userId="e7aed605-a3dd-4d5a-a692-a87037af107b" providerId="ADAL" clId="{F99F8FFF-BA20-43EA-924B-4DF5D2A785F3}" dt="2026-09-09T17:17:22.540" v="1206" actId="47"/>
        <pc:sldMkLst>
          <pc:docMk/>
          <pc:sldMk cId="2229704913" sldId="362"/>
        </pc:sldMkLst>
      </pc:sldChg>
      <pc:sldChg chg="modSp mod">
        <pc:chgData name="Weifeng Xu" userId="e7aed605-a3dd-4d5a-a692-a87037af107b" providerId="ADAL" clId="{F99F8FFF-BA20-43EA-924B-4DF5D2A785F3}" dt="2026-09-09T20:14:24.676" v="1492" actId="27636"/>
        <pc:sldMkLst>
          <pc:docMk/>
          <pc:sldMk cId="4121565291" sldId="363"/>
        </pc:sldMkLst>
        <pc:spChg chg="mod">
          <ac:chgData name="Weifeng Xu" userId="e7aed605-a3dd-4d5a-a692-a87037af107b" providerId="ADAL" clId="{F99F8FFF-BA20-43EA-924B-4DF5D2A785F3}" dt="2026-09-09T20:11:11.193" v="1445"/>
          <ac:spMkLst>
            <pc:docMk/>
            <pc:sldMk cId="4121565291" sldId="363"/>
            <ac:spMk id="4" creationId="{4C19632F-FC45-CB39-5F33-39803D3BAB6E}"/>
          </ac:spMkLst>
        </pc:spChg>
        <pc:spChg chg="mod">
          <ac:chgData name="Weifeng Xu" userId="e7aed605-a3dd-4d5a-a692-a87037af107b" providerId="ADAL" clId="{F99F8FFF-BA20-43EA-924B-4DF5D2A785F3}" dt="2026-09-09T20:14:24.676" v="1492" actId="27636"/>
          <ac:spMkLst>
            <pc:docMk/>
            <pc:sldMk cId="4121565291" sldId="363"/>
            <ac:spMk id="5" creationId="{ADE5F4C5-847D-75D3-2C1B-DC85840FE5A8}"/>
          </ac:spMkLst>
        </pc:spChg>
      </pc:sldChg>
      <pc:sldChg chg="addSp delSp modSp new mod modClrScheme chgLayout">
        <pc:chgData name="Weifeng Xu" userId="e7aed605-a3dd-4d5a-a692-a87037af107b" providerId="ADAL" clId="{F99F8FFF-BA20-43EA-924B-4DF5D2A785F3}" dt="2026-09-09T14:24:18.833" v="889" actId="22"/>
        <pc:sldMkLst>
          <pc:docMk/>
          <pc:sldMk cId="1422574401" sldId="364"/>
        </pc:sldMkLst>
        <pc:picChg chg="add">
          <ac:chgData name="Weifeng Xu" userId="e7aed605-a3dd-4d5a-a692-a87037af107b" providerId="ADAL" clId="{F99F8FFF-BA20-43EA-924B-4DF5D2A785F3}" dt="2026-09-09T14:24:18.833" v="889" actId="22"/>
          <ac:picMkLst>
            <pc:docMk/>
            <pc:sldMk cId="1422574401" sldId="364"/>
            <ac:picMk id="3" creationId="{B6C965B4-6C6F-EA78-F299-7DD61B203CD5}"/>
          </ac:picMkLst>
        </pc:picChg>
        <pc:picChg chg="add del mod modCrop">
          <ac:chgData name="Weifeng Xu" userId="e7aed605-a3dd-4d5a-a692-a87037af107b" providerId="ADAL" clId="{F99F8FFF-BA20-43EA-924B-4DF5D2A785F3}" dt="2026-09-09T14:24:17.393" v="888" actId="478"/>
          <ac:picMkLst>
            <pc:docMk/>
            <pc:sldMk cId="1422574401" sldId="364"/>
            <ac:picMk id="9" creationId="{8B4AE000-E5E1-E008-1F5B-3A7C3A386BE4}"/>
          </ac:picMkLst>
        </pc:picChg>
      </pc:sldChg>
      <pc:sldChg chg="addSp delSp new mod modClrScheme chgLayout">
        <pc:chgData name="Weifeng Xu" userId="e7aed605-a3dd-4d5a-a692-a87037af107b" providerId="ADAL" clId="{F99F8FFF-BA20-43EA-924B-4DF5D2A785F3}" dt="2026-09-09T14:30:00.484" v="914" actId="22"/>
        <pc:sldMkLst>
          <pc:docMk/>
          <pc:sldMk cId="3342454487" sldId="365"/>
        </pc:sldMkLst>
        <pc:spChg chg="del">
          <ac:chgData name="Weifeng Xu" userId="e7aed605-a3dd-4d5a-a692-a87037af107b" providerId="ADAL" clId="{F99F8FFF-BA20-43EA-924B-4DF5D2A785F3}" dt="2026-09-09T14:29:59.182" v="913" actId="700"/>
          <ac:spMkLst>
            <pc:docMk/>
            <pc:sldMk cId="3342454487" sldId="365"/>
            <ac:spMk id="2" creationId="{2BB1FF2B-0335-52EC-4084-0C7EB923C59B}"/>
          </ac:spMkLst>
        </pc:spChg>
        <pc:spChg chg="del">
          <ac:chgData name="Weifeng Xu" userId="e7aed605-a3dd-4d5a-a692-a87037af107b" providerId="ADAL" clId="{F99F8FFF-BA20-43EA-924B-4DF5D2A785F3}" dt="2026-09-09T14:29:59.182" v="913" actId="700"/>
          <ac:spMkLst>
            <pc:docMk/>
            <pc:sldMk cId="3342454487" sldId="365"/>
            <ac:spMk id="3" creationId="{F36D2B4B-A6B1-EBE6-18BF-5740CAE483DF}"/>
          </ac:spMkLst>
        </pc:spChg>
        <pc:picChg chg="add">
          <ac:chgData name="Weifeng Xu" userId="e7aed605-a3dd-4d5a-a692-a87037af107b" providerId="ADAL" clId="{F99F8FFF-BA20-43EA-924B-4DF5D2A785F3}" dt="2026-09-09T14:30:00.484" v="914" actId="22"/>
          <ac:picMkLst>
            <pc:docMk/>
            <pc:sldMk cId="3342454487" sldId="365"/>
            <ac:picMk id="5" creationId="{C71A06BE-81F1-8064-F643-1C29786A65FA}"/>
          </ac:picMkLst>
        </pc:picChg>
      </pc:sldChg>
      <pc:sldChg chg="addSp delSp new mod modClrScheme chgLayout">
        <pc:chgData name="Weifeng Xu" userId="e7aed605-a3dd-4d5a-a692-a87037af107b" providerId="ADAL" clId="{F99F8FFF-BA20-43EA-924B-4DF5D2A785F3}" dt="2026-09-09T15:32:14.316" v="987" actId="22"/>
        <pc:sldMkLst>
          <pc:docMk/>
          <pc:sldMk cId="2828550535" sldId="366"/>
        </pc:sldMkLst>
        <pc:spChg chg="del">
          <ac:chgData name="Weifeng Xu" userId="e7aed605-a3dd-4d5a-a692-a87037af107b" providerId="ADAL" clId="{F99F8FFF-BA20-43EA-924B-4DF5D2A785F3}" dt="2026-09-09T15:32:12.629" v="986" actId="700"/>
          <ac:spMkLst>
            <pc:docMk/>
            <pc:sldMk cId="2828550535" sldId="366"/>
            <ac:spMk id="2" creationId="{CBE1B1C5-7AB8-750C-BC2D-51C49962EB5E}"/>
          </ac:spMkLst>
        </pc:spChg>
        <pc:spChg chg="del">
          <ac:chgData name="Weifeng Xu" userId="e7aed605-a3dd-4d5a-a692-a87037af107b" providerId="ADAL" clId="{F99F8FFF-BA20-43EA-924B-4DF5D2A785F3}" dt="2026-09-09T15:32:12.629" v="986" actId="700"/>
          <ac:spMkLst>
            <pc:docMk/>
            <pc:sldMk cId="2828550535" sldId="366"/>
            <ac:spMk id="3" creationId="{94F8C5E4-D7DB-D548-2096-25D9E9BCE3A3}"/>
          </ac:spMkLst>
        </pc:spChg>
        <pc:picChg chg="add">
          <ac:chgData name="Weifeng Xu" userId="e7aed605-a3dd-4d5a-a692-a87037af107b" providerId="ADAL" clId="{F99F8FFF-BA20-43EA-924B-4DF5D2A785F3}" dt="2026-09-09T15:32:14.316" v="987" actId="22"/>
          <ac:picMkLst>
            <pc:docMk/>
            <pc:sldMk cId="2828550535" sldId="366"/>
            <ac:picMk id="5" creationId="{9141A5F7-BB6F-436A-0F08-07ADA392C614}"/>
          </ac:picMkLst>
        </pc:picChg>
      </pc:sldChg>
      <pc:sldChg chg="addSp new mod">
        <pc:chgData name="Weifeng Xu" userId="e7aed605-a3dd-4d5a-a692-a87037af107b" providerId="ADAL" clId="{F99F8FFF-BA20-43EA-924B-4DF5D2A785F3}" dt="2026-09-09T15:34:05.807" v="1002" actId="22"/>
        <pc:sldMkLst>
          <pc:docMk/>
          <pc:sldMk cId="2851816955" sldId="367"/>
        </pc:sldMkLst>
        <pc:picChg chg="add">
          <ac:chgData name="Weifeng Xu" userId="e7aed605-a3dd-4d5a-a692-a87037af107b" providerId="ADAL" clId="{F99F8FFF-BA20-43EA-924B-4DF5D2A785F3}" dt="2026-09-09T15:34:05.807" v="1002" actId="22"/>
          <ac:picMkLst>
            <pc:docMk/>
            <pc:sldMk cId="2851816955" sldId="367"/>
            <ac:picMk id="3" creationId="{A0146573-33FA-A259-7962-83A454FC08B2}"/>
          </ac:picMkLst>
        </pc:picChg>
      </pc:sldChg>
      <pc:sldChg chg="addSp delSp modSp new mod modClrScheme chgLayout">
        <pc:chgData name="Weifeng Xu" userId="e7aed605-a3dd-4d5a-a692-a87037af107b" providerId="ADAL" clId="{F99F8FFF-BA20-43EA-924B-4DF5D2A785F3}" dt="2026-09-09T19:30:04.125" v="1282" actId="20577"/>
        <pc:sldMkLst>
          <pc:docMk/>
          <pc:sldMk cId="2342439424" sldId="368"/>
        </pc:sldMkLst>
        <pc:spChg chg="add del mod">
          <ac:chgData name="Weifeng Xu" userId="e7aed605-a3dd-4d5a-a692-a87037af107b" providerId="ADAL" clId="{F99F8FFF-BA20-43EA-924B-4DF5D2A785F3}" dt="2026-09-09T16:25:45.266" v="1060" actId="700"/>
          <ac:spMkLst>
            <pc:docMk/>
            <pc:sldMk cId="2342439424" sldId="368"/>
            <ac:spMk id="2" creationId="{4810DA3F-1EF9-A1D8-E4EE-150EA0DB0155}"/>
          </ac:spMkLst>
        </pc:spChg>
        <pc:spChg chg="add del mod">
          <ac:chgData name="Weifeng Xu" userId="e7aed605-a3dd-4d5a-a692-a87037af107b" providerId="ADAL" clId="{F99F8FFF-BA20-43EA-924B-4DF5D2A785F3}" dt="2026-09-09T16:16:31.959" v="1058" actId="478"/>
          <ac:spMkLst>
            <pc:docMk/>
            <pc:sldMk cId="2342439424" sldId="368"/>
            <ac:spMk id="4" creationId="{B779806A-FE5F-BF68-E8C5-94DDEFCFF8C2}"/>
          </ac:spMkLst>
        </pc:spChg>
        <pc:spChg chg="add mod">
          <ac:chgData name="Weifeng Xu" userId="e7aed605-a3dd-4d5a-a692-a87037af107b" providerId="ADAL" clId="{F99F8FFF-BA20-43EA-924B-4DF5D2A785F3}" dt="2026-09-09T19:23:28.897" v="1226" actId="1076"/>
          <ac:spMkLst>
            <pc:docMk/>
            <pc:sldMk cId="2342439424" sldId="368"/>
            <ac:spMk id="8" creationId="{4E68DD2E-8036-4F7D-40BC-B846BF0A75BE}"/>
          </ac:spMkLst>
        </pc:spChg>
        <pc:spChg chg="add mod">
          <ac:chgData name="Weifeng Xu" userId="e7aed605-a3dd-4d5a-a692-a87037af107b" providerId="ADAL" clId="{F99F8FFF-BA20-43EA-924B-4DF5D2A785F3}" dt="2026-09-09T19:29:49.240" v="1279" actId="14100"/>
          <ac:spMkLst>
            <pc:docMk/>
            <pc:sldMk cId="2342439424" sldId="368"/>
            <ac:spMk id="10" creationId="{D0234CD9-4ACF-36A8-F9CC-F5FCF59918A5}"/>
          </ac:spMkLst>
        </pc:spChg>
        <pc:spChg chg="add mod">
          <ac:chgData name="Weifeng Xu" userId="e7aed605-a3dd-4d5a-a692-a87037af107b" providerId="ADAL" clId="{F99F8FFF-BA20-43EA-924B-4DF5D2A785F3}" dt="2026-09-09T19:30:04.125" v="1282" actId="20577"/>
          <ac:spMkLst>
            <pc:docMk/>
            <pc:sldMk cId="2342439424" sldId="368"/>
            <ac:spMk id="12" creationId="{69D5387A-8863-259C-9334-818CAFE427BE}"/>
          </ac:spMkLst>
        </pc:spChg>
        <pc:picChg chg="add mod">
          <ac:chgData name="Weifeng Xu" userId="e7aed605-a3dd-4d5a-a692-a87037af107b" providerId="ADAL" clId="{F99F8FFF-BA20-43EA-924B-4DF5D2A785F3}" dt="2026-09-09T16:34:09.811" v="1067" actId="1076"/>
          <ac:picMkLst>
            <pc:docMk/>
            <pc:sldMk cId="2342439424" sldId="368"/>
            <ac:picMk id="6" creationId="{E15514EA-D1B4-EE7D-B25E-9AA678685A6B}"/>
          </ac:picMkLst>
        </pc:picChg>
      </pc:sldChg>
      <pc:sldChg chg="addSp modSp new mod">
        <pc:chgData name="Weifeng Xu" userId="e7aed605-a3dd-4d5a-a692-a87037af107b" providerId="ADAL" clId="{F99F8FFF-BA20-43EA-924B-4DF5D2A785F3}" dt="2026-09-09T19:26:01.043" v="1244" actId="14100"/>
        <pc:sldMkLst>
          <pc:docMk/>
          <pc:sldMk cId="1579091799" sldId="369"/>
        </pc:sldMkLst>
        <pc:spChg chg="add mod">
          <ac:chgData name="Weifeng Xu" userId="e7aed605-a3dd-4d5a-a692-a87037af107b" providerId="ADAL" clId="{F99F8FFF-BA20-43EA-924B-4DF5D2A785F3}" dt="2026-09-09T19:26:01.043" v="1244" actId="14100"/>
          <ac:spMkLst>
            <pc:docMk/>
            <pc:sldMk cId="1579091799" sldId="369"/>
            <ac:spMk id="5" creationId="{D5328265-BDAF-A733-0739-025D22ABC79B}"/>
          </ac:spMkLst>
        </pc:spChg>
        <pc:picChg chg="add mod">
          <ac:chgData name="Weifeng Xu" userId="e7aed605-a3dd-4d5a-a692-a87037af107b" providerId="ADAL" clId="{F99F8FFF-BA20-43EA-924B-4DF5D2A785F3}" dt="2026-09-09T16:34:16.719" v="1069" actId="1076"/>
          <ac:picMkLst>
            <pc:docMk/>
            <pc:sldMk cId="1579091799" sldId="369"/>
            <ac:picMk id="3" creationId="{B93E1723-D922-7BA0-674B-DC37AF24DC02}"/>
          </ac:picMkLst>
        </pc:picChg>
      </pc:sldChg>
      <pc:sldChg chg="addSp modSp new mod">
        <pc:chgData name="Weifeng Xu" userId="e7aed605-a3dd-4d5a-a692-a87037af107b" providerId="ADAL" clId="{F99F8FFF-BA20-43EA-924B-4DF5D2A785F3}" dt="2026-09-09T19:24:00.938" v="1231" actId="1076"/>
        <pc:sldMkLst>
          <pc:docMk/>
          <pc:sldMk cId="1546141934" sldId="370"/>
        </pc:sldMkLst>
        <pc:spChg chg="add mod">
          <ac:chgData name="Weifeng Xu" userId="e7aed605-a3dd-4d5a-a692-a87037af107b" providerId="ADAL" clId="{F99F8FFF-BA20-43EA-924B-4DF5D2A785F3}" dt="2026-09-09T19:23:52.547" v="1230" actId="1076"/>
          <ac:spMkLst>
            <pc:docMk/>
            <pc:sldMk cId="1546141934" sldId="370"/>
            <ac:spMk id="4" creationId="{691A9F42-6CEC-CED1-C1A8-297261EBA63B}"/>
          </ac:spMkLst>
        </pc:spChg>
        <pc:spChg chg="add mod">
          <ac:chgData name="Weifeng Xu" userId="e7aed605-a3dd-4d5a-a692-a87037af107b" providerId="ADAL" clId="{F99F8FFF-BA20-43EA-924B-4DF5D2A785F3}" dt="2026-09-09T19:24:00.938" v="1231" actId="1076"/>
          <ac:spMkLst>
            <pc:docMk/>
            <pc:sldMk cId="1546141934" sldId="370"/>
            <ac:spMk id="6" creationId="{EBD6F939-7335-B8A3-26BE-CD454AD3D6C7}"/>
          </ac:spMkLst>
        </pc:spChg>
        <pc:spChg chg="add mod">
          <ac:chgData name="Weifeng Xu" userId="e7aed605-a3dd-4d5a-a692-a87037af107b" providerId="ADAL" clId="{F99F8FFF-BA20-43EA-924B-4DF5D2A785F3}" dt="2026-09-09T19:23:12.715" v="1225" actId="1076"/>
          <ac:spMkLst>
            <pc:docMk/>
            <pc:sldMk cId="1546141934" sldId="370"/>
            <ac:spMk id="8" creationId="{D2197DB9-697A-85DD-7844-136F3BACED90}"/>
          </ac:spMkLst>
        </pc:spChg>
        <pc:picChg chg="add mod">
          <ac:chgData name="Weifeng Xu" userId="e7aed605-a3dd-4d5a-a692-a87037af107b" providerId="ADAL" clId="{F99F8FFF-BA20-43EA-924B-4DF5D2A785F3}" dt="2026-09-09T19:23:49.018" v="1229" actId="1076"/>
          <ac:picMkLst>
            <pc:docMk/>
            <pc:sldMk cId="1546141934" sldId="370"/>
            <ac:picMk id="3" creationId="{B8E0BC2D-72D7-BF37-DEF4-6ADFF2BD8ADD}"/>
          </ac:picMkLst>
        </pc:picChg>
      </pc:sldChg>
      <pc:sldChg chg="addSp delSp modSp new mod modClrScheme chgLayout">
        <pc:chgData name="Weifeng Xu" userId="e7aed605-a3dd-4d5a-a692-a87037af107b" providerId="ADAL" clId="{F99F8FFF-BA20-43EA-924B-4DF5D2A785F3}" dt="2026-09-09T19:24:17.852" v="1233" actId="1076"/>
        <pc:sldMkLst>
          <pc:docMk/>
          <pc:sldMk cId="611872345" sldId="371"/>
        </pc:sldMkLst>
        <pc:spChg chg="add mod ord">
          <ac:chgData name="Weifeng Xu" userId="e7aed605-a3dd-4d5a-a692-a87037af107b" providerId="ADAL" clId="{F99F8FFF-BA20-43EA-924B-4DF5D2A785F3}" dt="2026-09-09T16:42:10.740" v="1096" actId="700"/>
          <ac:spMkLst>
            <pc:docMk/>
            <pc:sldMk cId="611872345" sldId="371"/>
            <ac:spMk id="2" creationId="{1CE21704-F9A2-46BB-CD16-051ADCE832FF}"/>
          </ac:spMkLst>
        </pc:spChg>
        <pc:spChg chg="add del mod">
          <ac:chgData name="Weifeng Xu" userId="e7aed605-a3dd-4d5a-a692-a87037af107b" providerId="ADAL" clId="{F99F8FFF-BA20-43EA-924B-4DF5D2A785F3}" dt="2026-09-09T16:38:08.756" v="1079" actId="700"/>
          <ac:spMkLst>
            <pc:docMk/>
            <pc:sldMk cId="611872345" sldId="371"/>
            <ac:spMk id="3" creationId="{5561F5EA-14E9-4CDA-62C2-0F15F8281158}"/>
          </ac:spMkLst>
        </pc:spChg>
        <pc:spChg chg="add del mod ord">
          <ac:chgData name="Weifeng Xu" userId="e7aed605-a3dd-4d5a-a692-a87037af107b" providerId="ADAL" clId="{F99F8FFF-BA20-43EA-924B-4DF5D2A785F3}" dt="2026-09-09T16:42:10.740" v="1096" actId="700"/>
          <ac:spMkLst>
            <pc:docMk/>
            <pc:sldMk cId="611872345" sldId="371"/>
            <ac:spMk id="7" creationId="{6BF29AB8-DF17-6677-B193-F0C2955965C3}"/>
          </ac:spMkLst>
        </pc:spChg>
        <pc:spChg chg="add mod">
          <ac:chgData name="Weifeng Xu" userId="e7aed605-a3dd-4d5a-a692-a87037af107b" providerId="ADAL" clId="{F99F8FFF-BA20-43EA-924B-4DF5D2A785F3}" dt="2026-09-09T16:42:43.264" v="1132" actId="113"/>
          <ac:spMkLst>
            <pc:docMk/>
            <pc:sldMk cId="611872345" sldId="371"/>
            <ac:spMk id="9" creationId="{3D172FC1-64BC-F450-386D-0181124CB583}"/>
          </ac:spMkLst>
        </pc:spChg>
        <pc:spChg chg="add mod">
          <ac:chgData name="Weifeng Xu" userId="e7aed605-a3dd-4d5a-a692-a87037af107b" providerId="ADAL" clId="{F99F8FFF-BA20-43EA-924B-4DF5D2A785F3}" dt="2026-09-09T19:24:17.852" v="1233" actId="1076"/>
          <ac:spMkLst>
            <pc:docMk/>
            <pc:sldMk cId="611872345" sldId="371"/>
            <ac:spMk id="27" creationId="{83242891-93D7-9815-804D-BB90AE3B6231}"/>
          </ac:spMkLst>
        </pc:spChg>
        <pc:grpChg chg="mod">
          <ac:chgData name="Weifeng Xu" userId="e7aed605-a3dd-4d5a-a692-a87037af107b" providerId="ADAL" clId="{F99F8FFF-BA20-43EA-924B-4DF5D2A785F3}" dt="2026-09-09T16:49:39.022" v="1162"/>
          <ac:grpSpMkLst>
            <pc:docMk/>
            <pc:sldMk cId="611872345" sldId="371"/>
            <ac:grpSpMk id="14" creationId="{89B1CF81-81A6-2FE1-91AF-8D9594D46E9A}"/>
          </ac:grpSpMkLst>
        </pc:grpChg>
        <pc:grpChg chg="del mod">
          <ac:chgData name="Weifeng Xu" userId="e7aed605-a3dd-4d5a-a692-a87037af107b" providerId="ADAL" clId="{F99F8FFF-BA20-43EA-924B-4DF5D2A785F3}" dt="2026-09-09T16:49:57.935" v="1169"/>
          <ac:grpSpMkLst>
            <pc:docMk/>
            <pc:sldMk cId="611872345" sldId="371"/>
            <ac:grpSpMk id="17" creationId="{3AAF6BE8-52E5-27CE-8A35-80F39773B9FB}"/>
          </ac:grpSpMkLst>
        </pc:grpChg>
        <pc:grpChg chg="del mod">
          <ac:chgData name="Weifeng Xu" userId="e7aed605-a3dd-4d5a-a692-a87037af107b" providerId="ADAL" clId="{F99F8FFF-BA20-43EA-924B-4DF5D2A785F3}" dt="2026-09-09T16:50:22.194" v="1174" actId="478"/>
          <ac:grpSpMkLst>
            <pc:docMk/>
            <pc:sldMk cId="611872345" sldId="371"/>
            <ac:grpSpMk id="20" creationId="{83A730F9-F087-AE88-AA7B-95D70FD7CCE9}"/>
          </ac:grpSpMkLst>
        </pc:grpChg>
        <pc:grpChg chg="mod">
          <ac:chgData name="Weifeng Xu" userId="e7aed605-a3dd-4d5a-a692-a87037af107b" providerId="ADAL" clId="{F99F8FFF-BA20-43EA-924B-4DF5D2A785F3}" dt="2026-09-09T16:50:34.994" v="1178"/>
          <ac:grpSpMkLst>
            <pc:docMk/>
            <pc:sldMk cId="611872345" sldId="371"/>
            <ac:grpSpMk id="24" creationId="{0324B8D4-AEEB-39CB-DEB2-187DA5893508}"/>
          </ac:grpSpMkLst>
        </pc:grpChg>
        <pc:graphicFrameChg chg="add mod modGraphic">
          <ac:chgData name="Weifeng Xu" userId="e7aed605-a3dd-4d5a-a692-a87037af107b" providerId="ADAL" clId="{F99F8FFF-BA20-43EA-924B-4DF5D2A785F3}" dt="2026-09-09T16:48:29.977" v="1143" actId="1076"/>
          <ac:graphicFrameMkLst>
            <pc:docMk/>
            <pc:sldMk cId="611872345" sldId="371"/>
            <ac:graphicFrameMk id="4" creationId="{2FC0FA5F-F678-9EE3-A8CD-73BD9C9CFCB2}"/>
          </ac:graphicFrameMkLst>
        </pc:graphicFrameChg>
        <pc:picChg chg="add mod">
          <ac:chgData name="Weifeng Xu" userId="e7aed605-a3dd-4d5a-a692-a87037af107b" providerId="ADAL" clId="{F99F8FFF-BA20-43EA-924B-4DF5D2A785F3}" dt="2026-09-09T16:49:14.391" v="1154" actId="1076"/>
          <ac:picMkLst>
            <pc:docMk/>
            <pc:sldMk cId="611872345" sldId="371"/>
            <ac:picMk id="6" creationId="{7CFDFBF9-A466-D01D-9BC7-7E812C7CB02F}"/>
          </ac:picMkLst>
        </pc:picChg>
        <pc:picChg chg="add mod modCrop">
          <ac:chgData name="Weifeng Xu" userId="e7aed605-a3dd-4d5a-a692-a87037af107b" providerId="ADAL" clId="{F99F8FFF-BA20-43EA-924B-4DF5D2A785F3}" dt="2026-09-09T16:50:14.940" v="1172" actId="1076"/>
          <ac:picMkLst>
            <pc:docMk/>
            <pc:sldMk cId="611872345" sldId="371"/>
            <ac:picMk id="11" creationId="{5AE0D94A-8D5D-5DC7-1EA0-557EE4B51CA3}"/>
          </ac:picMkLst>
        </pc:picChg>
        <pc:inkChg chg="add del mod">
          <ac:chgData name="Weifeng Xu" userId="e7aed605-a3dd-4d5a-a692-a87037af107b" providerId="ADAL" clId="{F99F8FFF-BA20-43EA-924B-4DF5D2A785F3}" dt="2026-09-09T16:49:39.473" v="1163" actId="9405"/>
          <ac:inkMkLst>
            <pc:docMk/>
            <pc:sldMk cId="611872345" sldId="371"/>
            <ac:inkMk id="12" creationId="{B7334798-07EA-C2A9-DCB8-DA1C068E4950}"/>
          </ac:inkMkLst>
        </pc:inkChg>
        <pc:inkChg chg="add del mod">
          <ac:chgData name="Weifeng Xu" userId="e7aed605-a3dd-4d5a-a692-a87037af107b" providerId="ADAL" clId="{F99F8FFF-BA20-43EA-924B-4DF5D2A785F3}" dt="2026-09-09T16:49:39.022" v="1162"/>
          <ac:inkMkLst>
            <pc:docMk/>
            <pc:sldMk cId="611872345" sldId="371"/>
            <ac:inkMk id="13" creationId="{D2AB7DB1-09F6-F2F5-6FB3-615032A8A98F}"/>
          </ac:inkMkLst>
        </pc:inkChg>
        <pc:inkChg chg="add mod">
          <ac:chgData name="Weifeng Xu" userId="e7aed605-a3dd-4d5a-a692-a87037af107b" providerId="ADAL" clId="{F99F8FFF-BA20-43EA-924B-4DF5D2A785F3}" dt="2026-09-09T16:49:57.935" v="1169"/>
          <ac:inkMkLst>
            <pc:docMk/>
            <pc:sldMk cId="611872345" sldId="371"/>
            <ac:inkMk id="15" creationId="{B219A4F0-A090-330C-8F17-D5CBC2556F6A}"/>
          </ac:inkMkLst>
        </pc:inkChg>
        <pc:inkChg chg="add mod">
          <ac:chgData name="Weifeng Xu" userId="e7aed605-a3dd-4d5a-a692-a87037af107b" providerId="ADAL" clId="{F99F8FFF-BA20-43EA-924B-4DF5D2A785F3}" dt="2026-09-09T16:49:57.935" v="1169"/>
          <ac:inkMkLst>
            <pc:docMk/>
            <pc:sldMk cId="611872345" sldId="371"/>
            <ac:inkMk id="16" creationId="{90CA5DAF-8CE5-2EB0-2730-F3059C9F5059}"/>
          </ac:inkMkLst>
        </pc:inkChg>
        <pc:inkChg chg="add mod">
          <ac:chgData name="Weifeng Xu" userId="e7aed605-a3dd-4d5a-a692-a87037af107b" providerId="ADAL" clId="{F99F8FFF-BA20-43EA-924B-4DF5D2A785F3}" dt="2026-09-09T16:49:57.935" v="1169"/>
          <ac:inkMkLst>
            <pc:docMk/>
            <pc:sldMk cId="611872345" sldId="371"/>
            <ac:inkMk id="18" creationId="{2847B240-5245-EF09-2BFF-E0E563466D35}"/>
          </ac:inkMkLst>
        </pc:inkChg>
        <pc:inkChg chg="add mod">
          <ac:chgData name="Weifeng Xu" userId="e7aed605-a3dd-4d5a-a692-a87037af107b" providerId="ADAL" clId="{F99F8FFF-BA20-43EA-924B-4DF5D2A785F3}" dt="2026-09-09T16:49:57.935" v="1169"/>
          <ac:inkMkLst>
            <pc:docMk/>
            <pc:sldMk cId="611872345" sldId="371"/>
            <ac:inkMk id="19" creationId="{6C58B89C-BA32-AD23-AEBF-299A19B9167F}"/>
          </ac:inkMkLst>
        </pc:inkChg>
        <pc:inkChg chg="add mod">
          <ac:chgData name="Weifeng Xu" userId="e7aed605-a3dd-4d5a-a692-a87037af107b" providerId="ADAL" clId="{F99F8FFF-BA20-43EA-924B-4DF5D2A785F3}" dt="2026-09-09T16:50:34.994" v="1178"/>
          <ac:inkMkLst>
            <pc:docMk/>
            <pc:sldMk cId="611872345" sldId="371"/>
            <ac:inkMk id="21" creationId="{4509BA47-4C58-B24A-D6B9-6592D55FFD30}"/>
          </ac:inkMkLst>
        </pc:inkChg>
        <pc:inkChg chg="add mod">
          <ac:chgData name="Weifeng Xu" userId="e7aed605-a3dd-4d5a-a692-a87037af107b" providerId="ADAL" clId="{F99F8FFF-BA20-43EA-924B-4DF5D2A785F3}" dt="2026-09-09T16:50:34.994" v="1178"/>
          <ac:inkMkLst>
            <pc:docMk/>
            <pc:sldMk cId="611872345" sldId="371"/>
            <ac:inkMk id="22" creationId="{1CDE1DE2-3C11-DC9D-6C81-F7D0549DC1C8}"/>
          </ac:inkMkLst>
        </pc:inkChg>
        <pc:inkChg chg="add mod">
          <ac:chgData name="Weifeng Xu" userId="e7aed605-a3dd-4d5a-a692-a87037af107b" providerId="ADAL" clId="{F99F8FFF-BA20-43EA-924B-4DF5D2A785F3}" dt="2026-09-09T16:50:34.994" v="1178"/>
          <ac:inkMkLst>
            <pc:docMk/>
            <pc:sldMk cId="611872345" sldId="371"/>
            <ac:inkMk id="23" creationId="{5B1FE910-9E7B-B918-54E7-B2C74AB6E294}"/>
          </ac:inkMkLst>
        </pc:inkChg>
        <pc:inkChg chg="add">
          <ac:chgData name="Weifeng Xu" userId="e7aed605-a3dd-4d5a-a692-a87037af107b" providerId="ADAL" clId="{F99F8FFF-BA20-43EA-924B-4DF5D2A785F3}" dt="2026-09-09T16:50:37.087" v="1179" actId="9405"/>
          <ac:inkMkLst>
            <pc:docMk/>
            <pc:sldMk cId="611872345" sldId="371"/>
            <ac:inkMk id="25" creationId="{0114717B-B4E1-51B5-1586-3461EB125531}"/>
          </ac:inkMkLst>
        </pc:inkChg>
      </pc:sldChg>
      <pc:sldChg chg="addSp delSp modSp new mod modClrScheme chgLayout">
        <pc:chgData name="Weifeng Xu" userId="e7aed605-a3dd-4d5a-a692-a87037af107b" providerId="ADAL" clId="{F99F8FFF-BA20-43EA-924B-4DF5D2A785F3}" dt="2026-09-09T19:25:26.658" v="1239" actId="20577"/>
        <pc:sldMkLst>
          <pc:docMk/>
          <pc:sldMk cId="4003723078" sldId="372"/>
        </pc:sldMkLst>
        <pc:spChg chg="del">
          <ac:chgData name="Weifeng Xu" userId="e7aed605-a3dd-4d5a-a692-a87037af107b" providerId="ADAL" clId="{F99F8FFF-BA20-43EA-924B-4DF5D2A785F3}" dt="2026-09-09T17:11:04.916" v="1181" actId="700"/>
          <ac:spMkLst>
            <pc:docMk/>
            <pc:sldMk cId="4003723078" sldId="372"/>
            <ac:spMk id="2" creationId="{B4C1F12A-415C-0352-942D-94E64B94FA26}"/>
          </ac:spMkLst>
        </pc:spChg>
        <pc:spChg chg="add mod">
          <ac:chgData name="Weifeng Xu" userId="e7aed605-a3dd-4d5a-a692-a87037af107b" providerId="ADAL" clId="{F99F8FFF-BA20-43EA-924B-4DF5D2A785F3}" dt="2026-09-09T19:25:26.658" v="1239" actId="20577"/>
          <ac:spMkLst>
            <pc:docMk/>
            <pc:sldMk cId="4003723078" sldId="372"/>
            <ac:spMk id="6" creationId="{844B2386-F4F1-36BB-C18C-D6DEDDBEF12D}"/>
          </ac:spMkLst>
        </pc:spChg>
        <pc:picChg chg="add mod">
          <ac:chgData name="Weifeng Xu" userId="e7aed605-a3dd-4d5a-a692-a87037af107b" providerId="ADAL" clId="{F99F8FFF-BA20-43EA-924B-4DF5D2A785F3}" dt="2026-09-09T17:11:18.393" v="1185" actId="14100"/>
          <ac:picMkLst>
            <pc:docMk/>
            <pc:sldMk cId="4003723078" sldId="372"/>
            <ac:picMk id="4" creationId="{52479CCC-C199-5ECF-C00B-2D420EBA7D33}"/>
          </ac:picMkLst>
        </pc:picChg>
      </pc:sldChg>
      <pc:sldChg chg="addSp delSp modSp new mod ord modClrScheme chgLayout">
        <pc:chgData name="Weifeng Xu" userId="e7aed605-a3dd-4d5a-a692-a87037af107b" providerId="ADAL" clId="{F99F8FFF-BA20-43EA-924B-4DF5D2A785F3}" dt="2026-09-09T17:15:53.858" v="1202"/>
        <pc:sldMkLst>
          <pc:docMk/>
          <pc:sldMk cId="2341361263" sldId="373"/>
        </pc:sldMkLst>
        <pc:spChg chg="del mod ord">
          <ac:chgData name="Weifeng Xu" userId="e7aed605-a3dd-4d5a-a692-a87037af107b" providerId="ADAL" clId="{F99F8FFF-BA20-43EA-924B-4DF5D2A785F3}" dt="2026-09-09T17:14:04.591" v="1187" actId="700"/>
          <ac:spMkLst>
            <pc:docMk/>
            <pc:sldMk cId="2341361263" sldId="373"/>
            <ac:spMk id="2" creationId="{70C6EEED-8651-BEE4-03CD-6597BBB9F329}"/>
          </ac:spMkLst>
        </pc:spChg>
        <pc:spChg chg="del">
          <ac:chgData name="Weifeng Xu" userId="e7aed605-a3dd-4d5a-a692-a87037af107b" providerId="ADAL" clId="{F99F8FFF-BA20-43EA-924B-4DF5D2A785F3}" dt="2026-09-09T17:14:04.591" v="1187" actId="700"/>
          <ac:spMkLst>
            <pc:docMk/>
            <pc:sldMk cId="2341361263" sldId="373"/>
            <ac:spMk id="3" creationId="{35D396F8-64D6-D44A-889D-26B4E509F962}"/>
          </ac:spMkLst>
        </pc:spChg>
        <pc:spChg chg="add mod ord">
          <ac:chgData name="Weifeng Xu" userId="e7aed605-a3dd-4d5a-a692-a87037af107b" providerId="ADAL" clId="{F99F8FFF-BA20-43EA-924B-4DF5D2A785F3}" dt="2026-09-09T17:14:16.068" v="1188"/>
          <ac:spMkLst>
            <pc:docMk/>
            <pc:sldMk cId="2341361263" sldId="373"/>
            <ac:spMk id="4" creationId="{ECF11D6A-4055-163D-3DA7-9A07E6FC343A}"/>
          </ac:spMkLst>
        </pc:spChg>
        <pc:graphicFrameChg chg="add mod modGraphic">
          <ac:chgData name="Weifeng Xu" userId="e7aed605-a3dd-4d5a-a692-a87037af107b" providerId="ADAL" clId="{F99F8FFF-BA20-43EA-924B-4DF5D2A785F3}" dt="2026-09-09T17:15:21.042" v="1200" actId="1076"/>
          <ac:graphicFrameMkLst>
            <pc:docMk/>
            <pc:sldMk cId="2341361263" sldId="373"/>
            <ac:graphicFrameMk id="5" creationId="{3613161A-AFE9-BEF2-31B9-74C2A2725465}"/>
          </ac:graphicFrameMkLst>
        </pc:graphicFrameChg>
      </pc:sldChg>
      <pc:sldChg chg="delSp modSp add mod ord">
        <pc:chgData name="Weifeng Xu" userId="e7aed605-a3dd-4d5a-a692-a87037af107b" providerId="ADAL" clId="{F99F8FFF-BA20-43EA-924B-4DF5D2A785F3}" dt="2026-09-09T20:06:15.336" v="1429"/>
        <pc:sldMkLst>
          <pc:docMk/>
          <pc:sldMk cId="1341551502" sldId="374"/>
        </pc:sldMkLst>
        <pc:spChg chg="mod">
          <ac:chgData name="Weifeng Xu" userId="e7aed605-a3dd-4d5a-a692-a87037af107b" providerId="ADAL" clId="{F99F8FFF-BA20-43EA-924B-4DF5D2A785F3}" dt="2026-09-09T20:02:37.025" v="1376"/>
          <ac:spMkLst>
            <pc:docMk/>
            <pc:sldMk cId="1341551502" sldId="374"/>
            <ac:spMk id="2" creationId="{FF7F843B-BE86-64FE-896A-734B27F44271}"/>
          </ac:spMkLst>
        </pc:spChg>
        <pc:spChg chg="mod">
          <ac:chgData name="Weifeng Xu" userId="e7aed605-a3dd-4d5a-a692-a87037af107b" providerId="ADAL" clId="{F99F8FFF-BA20-43EA-924B-4DF5D2A785F3}" dt="2026-09-09T20:05:43.589" v="1427" actId="108"/>
          <ac:spMkLst>
            <pc:docMk/>
            <pc:sldMk cId="1341551502" sldId="374"/>
            <ac:spMk id="3" creationId="{A3AEC311-1D12-B854-F7EB-DAB3818BCA73}"/>
          </ac:spMkLst>
        </pc:spChg>
        <pc:picChg chg="del">
          <ac:chgData name="Weifeng Xu" userId="e7aed605-a3dd-4d5a-a692-a87037af107b" providerId="ADAL" clId="{F99F8FFF-BA20-43EA-924B-4DF5D2A785F3}" dt="2026-09-09T20:02:20.064" v="1375" actId="478"/>
          <ac:picMkLst>
            <pc:docMk/>
            <pc:sldMk cId="1341551502" sldId="374"/>
            <ac:picMk id="5" creationId="{1A26BCAA-80C7-9927-9987-5714C4757EB0}"/>
          </ac:picMkLst>
        </pc:picChg>
      </pc:sldChg>
      <pc:sldChg chg="addSp modSp new mod">
        <pc:chgData name="Weifeng Xu" userId="e7aed605-a3dd-4d5a-a692-a87037af107b" providerId="ADAL" clId="{F99F8FFF-BA20-43EA-924B-4DF5D2A785F3}" dt="2026-09-09T20:21:39.666" v="1536" actId="1076"/>
        <pc:sldMkLst>
          <pc:docMk/>
          <pc:sldMk cId="2815904343" sldId="375"/>
        </pc:sldMkLst>
        <pc:spChg chg="mod">
          <ac:chgData name="Weifeng Xu" userId="e7aed605-a3dd-4d5a-a692-a87037af107b" providerId="ADAL" clId="{F99F8FFF-BA20-43EA-924B-4DF5D2A785F3}" dt="2026-09-09T20:20:15.764" v="1518"/>
          <ac:spMkLst>
            <pc:docMk/>
            <pc:sldMk cId="2815904343" sldId="375"/>
            <ac:spMk id="2" creationId="{DD398676-F9D1-B8A7-8560-E2D683A53FC0}"/>
          </ac:spMkLst>
        </pc:spChg>
        <pc:spChg chg="add mod">
          <ac:chgData name="Weifeng Xu" userId="e7aed605-a3dd-4d5a-a692-a87037af107b" providerId="ADAL" clId="{F99F8FFF-BA20-43EA-924B-4DF5D2A785F3}" dt="2026-09-09T20:21:39.666" v="1536" actId="1076"/>
          <ac:spMkLst>
            <pc:docMk/>
            <pc:sldMk cId="2815904343" sldId="375"/>
            <ac:spMk id="5" creationId="{A45560FF-9288-050F-E9FE-994CD101354A}"/>
          </ac:spMkLst>
        </pc:spChg>
        <pc:graphicFrameChg chg="add mod modGraphic">
          <ac:chgData name="Weifeng Xu" userId="e7aed605-a3dd-4d5a-a692-a87037af107b" providerId="ADAL" clId="{F99F8FFF-BA20-43EA-924B-4DF5D2A785F3}" dt="2026-09-09T20:21:11.370" v="1530" actId="2711"/>
          <ac:graphicFrameMkLst>
            <pc:docMk/>
            <pc:sldMk cId="2815904343" sldId="375"/>
            <ac:graphicFrameMk id="3" creationId="{D9A52B0C-1EA6-1256-ED63-AABF87271E9D}"/>
          </ac:graphicFrameMkLst>
        </pc:graphicFrameChg>
      </pc:sldChg>
      <pc:sldChg chg="addSp delSp modSp new mod modClrScheme chgLayout">
        <pc:chgData name="Weifeng Xu" userId="e7aed605-a3dd-4d5a-a692-a87037af107b" providerId="ADAL" clId="{F99F8FFF-BA20-43EA-924B-4DF5D2A785F3}" dt="2026-09-09T22:51:59.995" v="1783" actId="20577"/>
        <pc:sldMkLst>
          <pc:docMk/>
          <pc:sldMk cId="139987475" sldId="376"/>
        </pc:sldMkLst>
        <pc:spChg chg="del mod ord">
          <ac:chgData name="Weifeng Xu" userId="e7aed605-a3dd-4d5a-a692-a87037af107b" providerId="ADAL" clId="{F99F8FFF-BA20-43EA-924B-4DF5D2A785F3}" dt="2026-09-09T22:24:02.147" v="1608" actId="700"/>
          <ac:spMkLst>
            <pc:docMk/>
            <pc:sldMk cId="139987475" sldId="376"/>
            <ac:spMk id="2" creationId="{1502BEEA-E816-AB9A-A294-04BC77B6C485}"/>
          </ac:spMkLst>
        </pc:spChg>
        <pc:spChg chg="add mod ord">
          <ac:chgData name="Weifeng Xu" userId="e7aed605-a3dd-4d5a-a692-a87037af107b" providerId="ADAL" clId="{F99F8FFF-BA20-43EA-924B-4DF5D2A785F3}" dt="2026-09-09T22:51:59.995" v="1783" actId="20577"/>
          <ac:spMkLst>
            <pc:docMk/>
            <pc:sldMk cId="139987475" sldId="376"/>
            <ac:spMk id="3" creationId="{49D7BEF0-F5DF-B933-AB50-D41BB6DDDB29}"/>
          </ac:spMkLst>
        </pc:spChg>
        <pc:spChg chg="add mod ord">
          <ac:chgData name="Weifeng Xu" userId="e7aed605-a3dd-4d5a-a692-a87037af107b" providerId="ADAL" clId="{F99F8FFF-BA20-43EA-924B-4DF5D2A785F3}" dt="2026-09-09T22:24:02.147" v="1608" actId="700"/>
          <ac:spMkLst>
            <pc:docMk/>
            <pc:sldMk cId="139987475" sldId="376"/>
            <ac:spMk id="4" creationId="{66ABF814-D6F7-6D2B-2451-3A3EC0BC469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16:50:28.5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6979 1 24575,'5'0'0,"-1"0"0,0 0 0,0 1 0,0-1 0,0 1 0,0 0 0,0 0 0,-1 1 0,1-1 0,0 1 0,-1 0 0,1 0 0,-1 0 0,1 0 0,-1 1 0,0-1 0,0 1 0,0 0 0,0 0 0,0 0 0,-1 0 0,1 0 0,-1 1 0,0-1 0,0 1 0,0-1 0,-1 1 0,1 0 0,-1 0 0,0 0 0,1 4 0,2 13 0,-1 1 0,-1 0 0,-1 0 0,-2 35 0,0-28 0,0-19 0,0-1 0,0 1 0,-1 0 0,-1 0 0,1-1 0,-2 1 0,1-1 0,-1 0 0,-1 0 0,-8 12 0,-2 2 0,-2 0 0,-30 29 0,9-22 0,32-27 0,0 1 0,0 0 0,1 0 0,-1 1 0,1 0 0,-5 6 0,-1 0 0,0-1 0,-1 1 0,1-2 0,-2 0 0,0 0 0,0-1 0,0-1 0,-23 9 0,-14 10 0,12-5 0,11-5 0,-1-1 0,0-1 0,-51 17 0,48-20 0,1 1 0,-41 22 0,-5 3 0,8-17 0,51-16 0,0 0 0,-20 10 0,-100 48 0,108-51 0,-1-1 0,0-2 0,-53 7 0,-16 5 0,-10 13 0,61-17 0,-61 12 0,-36-6 0,40-3 0,76-16 0,1 2 0,0 1 0,-31 11 0,-13 2 0,-3-1-70,-191 37-437,-199 36 507,373-70 0,-146 16 0,196-31 131,1 2-1,-51 17 0,-14 2 56,8 2-186,-3 0 0,95-29 0,-1 1 0,1 1 0,0-1 0,0 1 0,0 0 0,0 1 0,0-1 0,0 1 0,1 0 0,-1 1 0,1-1 0,0 1 0,0 0 0,0 0 0,-6 8 0,7-7 0,0 0 0,0-1 0,-1 1 0,0-1 0,0 0 0,0 0 0,-1 0 0,-7 4 0,-53 21 0,48-21 0,-61 31 0,59-27 0,0-2 0,-1 0 0,0-2 0,0 0 0,-23 5 0,21-7 0,0 0 0,-36 17 0,-12 5 0,22-13 0,-443 132 0,404-121 0,46-12 0,-62 11 0,80-19 0,-1 1 0,1 0 0,0 2 0,1 1 0,0 1 0,1 0 0,-38 27 0,-2-5 0,52-29 0,-1 1 0,1 0 0,0 1 0,0 0 0,1 0 0,-1 1 0,-13 14 0,-128 133 0,145-149 0,0 0 0,0 0 0,0 0 0,-1-1 0,0 0 0,-11 4 0,10-4 0,-1 1 0,1-1 0,0 1 0,-9 7 0,5-1 0,0-2 0,-1 1 0,-1-2 0,0 1 0,0-2 0,-17 7 0,9-4 0,0 0 0,1 2 0,0 0 0,1 1 0,-30 25 0,42-31 0,-1 0 0,-1-1 0,1-1 0,-12 6 0,12-7 0,0 1 0,0 0 0,0 1 0,0 0 0,-8 8 0,-19 19 0,16-15 0,0 1 0,1 1 0,2 1 0,-22 30 0,33-41 0,1-2 0,0 1 0,0 0 0,0 0 0,1 0 0,0 0 0,-2 12 0,-5 17 0,-19 43 0,20-55 0,5-15 0,-1-1 0,0 0 0,0 0 0,-1-1 0,0 0 0,-1 0 0,-13 12 0,8-9 0,1 1 0,-14 19 0,-22 26 0,2-4 0,38-44 0,0 0 0,-1-1 0,0-1 0,-1 1 0,-16 10 0,14-10 0,0 0 0,1 0 0,-18 20 0,-20 19 0,37-38 0,1 1 0,-16 18 0,24-25 0,0 0 0,0 1 0,0-1 0,1 1 0,0 0 0,0 0 0,0 0 0,0 0 0,1 0 0,0 0 0,-1 8 0,1 81 0,3-70 0,-2-1 0,-1 1 0,-6 40 0,4-51 0,0 0 0,0 0 0,-2-1 0,1 1 0,-1-1 0,-1 0 0,0-1 0,-1 1 0,0-1 0,-1 0 0,0-1 0,-19 18 0,22-21 0,-1 0 0,1 0 0,1 1 0,-1 0 0,1-1 0,-3 11 0,-9 14 0,-46 73 0,59-100 0,0 1 0,0 0 0,1 0 0,0 0 0,0 1 0,1-1 0,-1 0 0,0 12 0,3 56 0,0-59 0,0-1 0,-1 1 0,0-1 0,-2 1 0,-3 18 0,-1 1 0,1 0 0,1 1 0,2-1 0,5 67 0,-1-18 0,-4-3 0,4 89 0,-1-164 0,1 1 0,-1-1 0,1 0 0,0 0 0,0 1 0,1-2 0,5 10 0,10 22 0,-15-30 0,0 0 0,1 0 0,-1 0 0,1 0 0,1-1 0,-1 0 0,1 1 0,0-2 0,8 8 0,24 28 0,-27-28 0,0 1 0,1-1 0,1 0 0,13 10 0,-11-9 0,-10-8 0,0 1 0,0 0 0,-1 0 0,0 1 0,0-1 0,0 1 0,-1-1 0,0 1 0,-1 0 0,1 0 0,0 12 0,1 1 0,2 11 0,-3-1 0,0 0 0,-4 45 0,2 45 0,0-116 0,1-1 0,0 1 0,0-1 0,0 1 0,0-1 0,0 1 0,1-1 0,-1 0 0,1 0 0,0 0 0,0 0 0,0 0 0,0 0 0,1 0 0,-1 0 0,1-1 0,0 0 0,-1 1 0,1-1 0,0 0 0,0 0 0,1 0 0,-1-1 0,0 1 0,1-1 0,3 1 0,-7-2 0,0 0 0,0 0 0,0 0 0,0 0 0,0 0 0,0 0 0,-1 0 0,1 0 0,0 0 0,0 0 0,0 0 0,0 0 0,0-1 0,0 1 0,0 0 0,0 0 0,0 0 0,0 0 0,0 0 0,0 0 0,0 0 0,0 0 0,0 0 0,0 0 0,0-1 0,0 1 0,0 0 0,0 0 0,0 0 0,0 0 0,0 0 0,0 0 0,0 0 0,0 0 0,0 0 0,0 0 0,0 0 0,0-1 0,0 1 0,0 0 0,0 0 0,0 0 0,0 0 0,1 0 0,-1 0 0,0 0 0,0 0 0,0 0 0,0 0 0,0 0 0,0 0 0,0 0 0,0 0 0,0 0 0,0 0 0,0 0 0,0 0 0,1 0 0,-1 0 0,-12-10 0,-14-8 0,-5 0-682,-39-16-1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16:50:29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1 183 24575,'4'0'0,"0"0"0,0 1 0,-1 0 0,1-1 0,0 1 0,0 1 0,-1-1 0,1 0 0,0 1 0,-1 0 0,0 0 0,6 4 0,34 34 0,-4-3 0,6-1 0,69 75 0,-90-88 0,-20-18 0,1-1 0,0-1 0,0 1 0,1-1 0,-1 0 0,10 4 0,-10-5 0,0 0 0,0 1 0,0-1 0,-1 1 0,1 0 0,-1 0 0,0 0 0,0 1 0,0 0 0,5 6 0,-6-6 0,0 1 0,1-1 0,-1 0 0,1 0 0,0 0 0,0 0 0,1-1 0,-1 0 0,1 0 0,6 4 0,-9-7 0,0 1 0,0 0 0,0-1 0,1 0 0,-1 1 0,0-1 0,1 0 0,-1 0 0,0 0 0,0 0 0,1-1 0,-1 1 0,0-1 0,0 1 0,1-1 0,-1 0 0,0 0 0,0 0 0,0 0 0,0 0 0,0 0 0,0-1 0,0 1 0,-1-1 0,1 1 0,2-4 0,16-15 0,0-1 0,-2-1 0,-1-1 0,19-33 0,-29 46 0,1 0 0,-1 1 0,12-12 0,-10 12 0,0-1 0,13-19 0,-16 20 0,1 0 0,0 0 0,1 1 0,-1 0 0,2 0 0,13-10 0,0 0 0,-16 12 0,0 0 0,0-1 0,-1 1 0,6-10 0,-8 11 0,0 1 0,0-1 0,0 1 0,1 0 0,-1 0 0,1 0 0,0 0 0,0 1 0,0-1 0,1 1 0,-1 0 0,10-4 0,-10 6 8,-1-1-1,1 1 1,-1-1-1,1 0 1,-1 0-1,0 0 1,0 0-1,0 0 1,0-1-1,0 1 1,0-1-1,-1 0 1,1 0-1,-1 0 1,2-4-1,-1 2-156,-1-1 1,0 0-1,-1 1 1,0-1-1,0 0 1,0 0-1,0 0 1,-1 0-1,0-6 1,-1-6-6678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16:50:34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1231 65 24575,'-1'3'0,"1"1"0,0 0 0,-1-1 0,1 1 0,-1-1 0,0 1 0,0-1 0,0 1 0,-1-1 0,1 0 0,-1 0 0,0 1 0,0-1 0,0 0 0,0-1 0,-1 1 0,1 0 0,-5 3 0,-3 2 0,-1-1 0,0 0 0,0-1 0,-12 5 0,-17 10 0,7-1 0,0-2 0,-44 18 0,29-21 0,32-11 0,0 1 0,1 1 0,-28 14 0,18-8 0,0 0 0,-41 11 0,4 0 0,37-13 0,14-7 0,0 1 0,0 0 0,1 1 0,-1 0 0,1 1 0,0 0 0,1 0 0,-1 1 0,1 0 0,1 1 0,0 0 0,-8 10 0,10-12 0,1 0 0,-1 0 0,-1 0 0,-9 7 0,10-9 0,0 1 0,1-1 0,0 1 0,0 0 0,0 0 0,1 0 0,-7 11 0,-26 66 0,30-64 0,0 0 0,-1 0 0,-1-1 0,-1 0 0,-12 16 0,15-25 0,1 1 0,1 0 0,0 0 0,0 1 0,1-1 0,0 1 0,1 0 0,0 0 0,-3 19 0,2 5 0,0 57 0,1-13 0,-17 46 0,11-79 0,-26 73 0,14-51 0,-27 99 0,37-129 0,-14 34 0,13-40 0,-15 59 0,26-84 0,-6 26 0,2 0 0,-3 64 0,8-60 0,-1-11 0,1 1 0,1 0 0,1 0 0,2 0 0,0-1 0,16 49 0,49 107 0,-62-168 0,1 1 0,0-1 0,1-1 0,0 1 0,1-2 0,17 17 0,-13-14 0,-1 1 0,-1 0 0,14 21 0,-20-27 0,0 0 0,1 0 0,0-1 0,0 0 0,12 10 0,-3-3 0,20 24 0,-24-25 0,1-1 0,16 15 0,39 37 0,-47-44 0,27 23 0,48 37 0,44 32 0,-112-92 0,-19-13 0,1 0 0,0-2 0,20 12 0,39 18 0,-47-23 0,1-2 0,24 10 0,-5-5 0,-29-10 0,1 0 0,-1-2 0,1 0 0,0 0 0,0-1 0,29 2 0,-34-5 0,0 0 0,0 1 0,0 0 0,0 0 0,0 1 0,0 1 0,-1-1 0,1 1 0,-1 1 0,1-1 0,-1 1 0,15 11 0,-9-7 0,2 1 0,-1-2 0,1 0 0,0-1 0,18 5 0,87 16 0,-106-24 0,12 1 0,39 0 0,-42-3 0,0 1 0,31 6 0,-18-2 0,0-2 0,0-2 0,73-4 0,-26 0 0,-65 2 0,1 1 0,0 1 0,33 8 0,-29-6 0,1-1 0,-1-1 0,38-1 0,-37-2 0,0 2 0,-1 1 0,38 6 0,-27-2 0,1-2 0,-1-1 0,1-2 0,42-4 0,6 0 0,-68 3 0,0-2 0,28-6 0,-32 5 0,-1 1 0,1 0 0,-1 0 0,1 1 0,0 1 0,-1 0 0,18 3 0,38 15 0,-45-11 0,36 7 0,-22-8 0,2 0 0,75 4 0,-30-9 0,83-4 0,-160 2 0,-1 0 0,1-1 0,-1 1 0,0-1 0,0 0 0,0-1 0,0 1 0,0-1 0,0 0 0,-1 0 0,6-5 0,-6 4 0,1 1 0,-1-1 0,1 1 0,0 0 0,0 1 0,0-1 0,1 1 0,-1 0 0,12-2 0,-4 2 0,52-10 0,-60 10 0,0 1 0,-1-1 0,1 0 0,0-1 0,-1 1 0,0-1 0,1 1 0,-1-1 0,0-1 0,5-4 0,-2 1 0,0 2 0,0-1 0,1 1 0,0 0 0,0 0 0,0 1 0,0 0 0,17-5 0,-17 6 0,0 1 0,0-1 0,-1-1 0,1 0 0,-1 0 0,0 0 0,0-1 0,-1 0 0,1 0 0,-1-1 0,8-8 0,-8 5 0,0-1 0,-1 0 0,0 0 0,0 0 0,-1-1 0,-1 1 0,1-1 0,-2 0 0,0 0 0,0 0 0,-1 0 0,0-1 0,-1 1 0,0 0 0,-1 0 0,-2-15 0,-1 7 0,-1-1 0,0 1 0,-1 1 0,-1-1 0,-1 1 0,-1 0 0,0 0 0,-17-23 0,19 29 0,2 0 0,-1-1 0,2 0 0,-1 0 0,2 0 0,0 0 0,0-1 0,0-23 0,-2 4 0,4 22 0,-1 0 0,0 1 0,0-1 0,-1 1 0,-1 0 0,0 0 0,-6-13 0,2 7 0,2-1 0,0 0 0,1-1 0,0 0 0,2 1 0,-3-28 0,-6-27 0,8 54 0,-4-15 0,2 0 0,1 0 0,-2-50 0,7 19 0,-2 36 0,1 0 0,2-1 0,1 1 0,2 0 0,0 0 0,10-31 0,17-18 0,-22 57 0,0-1 0,-1 0 0,-1 0 0,-1-1 0,-1 0 0,5-44 0,-12-518 0,1 567 0,-1-1 0,-7-31 0,1 9 0,4 25 0,0 0 0,-10-25 0,-5-16 0,-28-106 0,42 150 0,-1-1 0,0 1 0,-1 1 0,0-1 0,-1 1 0,-1 0 0,-13-14 0,11 14 0,1-1 0,0 0 0,1-1 0,1 0 0,-9-17 0,3 3 0,0 1 0,-33-42 0,26 38 0,-23-41 0,41 62 0,-2 1 0,1 0 0,-1 0 0,0 0 0,-1 0 0,0 1 0,0 0 0,-1 0 0,1 1 0,-1 0 0,-1 0 0,1 1 0,-1-1 0,0 2 0,0-1 0,-17-5 0,-27-12 0,-70-25 0,104 41 0,-1 2 0,1 0 0,-1 1 0,-37-1 0,25 2 0,0-1 0,-58-13 0,56 8 0,1 3 0,-45-3 0,59 6 0,-1 0 0,-17-4 0,-36-5 0,47 11 0,-158 1 0,78 20 0,61-13 0,24-3 0,-1-1 0,-39 1 0,-190-6-1365,232 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16:50:37.0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 24575,'0'-4'0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https://twrp.me/site/update/2019/10/23/twrp-and-android-10.html</a:t>
            </a:r>
          </a:p>
          <a:p>
            <a:r>
              <a:rPr lang="en-US" dirty="0"/>
              <a:t>https://thebinaryhick.blog/2020/02/15/android-10-image-now-available/</a:t>
            </a:r>
          </a:p>
          <a:p>
            <a:r>
              <a:rPr lang="en-US" dirty="0"/>
              <a:t>https://digitalcorpora.org/corpora/cell-phones/android-10/</a:t>
            </a:r>
          </a:p>
          <a:p>
            <a:r>
              <a:rPr lang="en-US" dirty="0"/>
              <a:t>https://thebinaryhick.blog/public_images/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91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Recall: </a:t>
            </a:r>
            <a:r>
              <a:rPr lang="en-GB" dirty="0"/>
              <a:t>Android devices have separate partitions for different parts of the system:</a:t>
            </a:r>
          </a:p>
          <a:p>
            <a:pPr lvl="1"/>
            <a:r>
              <a:rPr lang="en-GB" b="1" dirty="0"/>
              <a:t>Boot</a:t>
            </a:r>
            <a:r>
              <a:rPr lang="en-GB" dirty="0"/>
              <a:t> partition: Contains the kernel and </a:t>
            </a:r>
            <a:r>
              <a:rPr lang="en-GB" dirty="0" err="1"/>
              <a:t>ramdisk</a:t>
            </a:r>
            <a:r>
              <a:rPr lang="en-GB" dirty="0"/>
              <a:t> for normal booting.</a:t>
            </a:r>
          </a:p>
          <a:p>
            <a:pPr lvl="1"/>
            <a:r>
              <a:rPr lang="en-GB" b="1" dirty="0"/>
              <a:t>System</a:t>
            </a:r>
            <a:r>
              <a:rPr lang="en-GB" dirty="0"/>
              <a:t> partition: Holds the main OS files.</a:t>
            </a:r>
          </a:p>
          <a:p>
            <a:pPr lvl="1"/>
            <a:r>
              <a:rPr lang="en-GB" b="1" dirty="0"/>
              <a:t>Recovery</a:t>
            </a:r>
            <a:r>
              <a:rPr lang="en-GB" dirty="0"/>
              <a:t> partition: A small, independent mini-OS that loads when you boot into recovery mode (usually via button combos like Volume Up + Power).</a:t>
            </a:r>
          </a:p>
          <a:p>
            <a:pPr lvl="1"/>
            <a:r>
              <a:rPr lang="it-IT" b="1" dirty="0"/>
              <a:t>Data partition</a:t>
            </a:r>
            <a:r>
              <a:rPr lang="it-IT" dirty="0"/>
              <a:t>: User data, apps, settings.</a:t>
            </a:r>
          </a:p>
          <a:p>
            <a:r>
              <a:rPr lang="en-GB" dirty="0"/>
              <a:t>TWRP is essentially a standalone, lightweight operating environment (based on a minimal Linux system) that gets flashed (installed) into the recovery partition.  When you boot into recovery:</a:t>
            </a:r>
          </a:p>
          <a:p>
            <a:pPr lvl="1"/>
            <a:r>
              <a:rPr lang="en-GB" dirty="0"/>
              <a:t>The device loads TWRP instead of the stock recovery.</a:t>
            </a:r>
          </a:p>
          <a:p>
            <a:pPr lvl="1"/>
            <a:r>
              <a:rPr lang="en-GB" dirty="0"/>
              <a:t>It runs completely separate from your main Android OS — it doesn't touch or depend on your installed ROM unless you tell it to.</a:t>
            </a:r>
          </a:p>
          <a:p>
            <a:pPr lvl="1"/>
            <a:r>
              <a:rPr lang="en-GB" dirty="0"/>
              <a:t>It mounts (makes accessible) partitions like /system, /data, /cache, and often /</a:t>
            </a:r>
            <a:r>
              <a:rPr lang="en-GB" dirty="0" err="1"/>
              <a:t>sdcard</a:t>
            </a:r>
            <a:r>
              <a:rPr lang="en-GB" dirty="0"/>
              <a:t> (internal storage or external SD).</a:t>
            </a:r>
          </a:p>
          <a:p>
            <a:pPr lvl="1"/>
            <a:r>
              <a:rPr lang="en-GB" dirty="0"/>
              <a:t>On many devices, it can even decrypt the /data partition if it's encrypted (with your PIN/pattern), allowing full backups/restores.</a:t>
            </a:r>
            <a:endParaRPr lang="it-IT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54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mkdir</a:t>
            </a:r>
            <a:r>
              <a:rPr lang="en-US" dirty="0"/>
              <a:t> pixel3</a:t>
            </a:r>
          </a:p>
          <a:p>
            <a:r>
              <a:rPr lang="en-US" dirty="0"/>
              <a:t>cd pixel3</a:t>
            </a:r>
          </a:p>
          <a:p>
            <a:r>
              <a:rPr lang="fr-FR" dirty="0"/>
              <a:t>wget -q https://digitalcorpora.s3.amazonaws.com/corpora/mobile/android_10/Non-Cellebrite%20Extraction/Pixel%203.zip</a:t>
            </a:r>
          </a:p>
          <a:p>
            <a:r>
              <a:rPr lang="de-DE" dirty="0" err="1"/>
              <a:t>ls</a:t>
            </a:r>
            <a:r>
              <a:rPr lang="de-DE" dirty="0"/>
              <a:t> Pixel\ 3.zip -l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https://linuxhint.com/kali_linux_top_forensic_tools/#:~:text=The%20hashdeep%20tool%20is%20a,are%20generated%20with%20every%20output.</a:t>
            </a:r>
          </a:p>
          <a:p>
            <a:r>
              <a:rPr lang="fr-FR" dirty="0"/>
              <a:t>https://digitalcorpora.org/corpora/cell-phones/</a:t>
            </a:r>
          </a:p>
          <a:p>
            <a:endParaRPr lang="fr-F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012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hashdeep</a:t>
            </a:r>
            <a:r>
              <a:rPr lang="en-US" dirty="0"/>
              <a:t> Pixel\ 3.zip </a:t>
            </a:r>
          </a:p>
          <a:p>
            <a:r>
              <a:rPr lang="en-US" dirty="0"/>
              <a:t>5247820897,9cc37ebbbc4e918ee5427de1fe1deecc,ca6918ef8b20486b6a5ded15609ac51318f377829480f93be3ba15364a8aa00a,/home/kali/pixel3/Pixel 3.zip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12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unzip -q Pixel\ 3.zip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4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unzip -q Pixel\ 3.zip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6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https://www.geeksforgeeks.org/operating-systems/difference-between-system-software-and-application-software/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74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https://www.cnblogs.com/shangdawei/p/4513604.html</a:t>
            </a:r>
          </a:p>
          <a:p>
            <a:r>
              <a:rPr lang="en-US"/>
              <a:t>https://saketupadhyay.medium.com/apex-androids-new-file-format-187e21b8261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15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https://android.stackexchange.com/questions/3002/where-in-the-file-system-are-applications-installed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9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88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6F34-4E09-EB91-63A0-1A1C9F20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7647D-62D1-62EF-C301-C81BAFF0B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3B371-5AD5-7C47-5ABC-927AD3357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https://android.stackexchange.com/questions/157691/what-does-the-data-system-folder-store-and-its-significance/157862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EDF83-B482-C04E-14C6-22AE4A83C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664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https://android.stackexchange.com/questions/157691/what-does-the-data-system-folder-store-and-its-significance/157862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00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http://newandroidbook.com/</a:t>
            </a:r>
          </a:p>
          <a:p>
            <a:r>
              <a:rPr lang="en-US"/>
              <a:t>https://android.stackexchange.com/questions/157691/what-does-the-data-system-folder-store-and-its-significance/157862</a:t>
            </a:r>
          </a:p>
          <a:p>
            <a:r>
              <a:rPr lang="en-US"/>
              <a:t>https://github.com/lywschxd/Understanding-Android-Internals-Volume-One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37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ls 'Pixel 3/data/data/'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56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https://docs.appeon.com/pb2019r2/appeon_mobile_tutorials/ch04s03s02.html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8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12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014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echo "START </a:t>
            </a:r>
            <a:r>
              <a:rPr lang="en-US" dirty="0" err="1"/>
              <a:t>aaa</a:t>
            </a:r>
            <a:r>
              <a:rPr lang="en-US" dirty="0"/>
              <a:t> END </a:t>
            </a:r>
            <a:r>
              <a:rPr lang="en-US" dirty="0" err="1"/>
              <a:t>bbb</a:t>
            </a:r>
            <a:r>
              <a:rPr lang="en-US" dirty="0"/>
              <a:t> END" | grep -</a:t>
            </a:r>
            <a:r>
              <a:rPr lang="en-US" dirty="0" err="1"/>
              <a:t>oP</a:t>
            </a:r>
            <a:r>
              <a:rPr lang="en-US" dirty="0"/>
              <a:t> "START(.*)END“</a:t>
            </a:r>
          </a:p>
          <a:p>
            <a:r>
              <a:rPr lang="en-US" dirty="0"/>
              <a:t>echo "START </a:t>
            </a:r>
            <a:r>
              <a:rPr lang="en-US" dirty="0" err="1"/>
              <a:t>aaa</a:t>
            </a:r>
            <a:r>
              <a:rPr lang="en-US" dirty="0"/>
              <a:t> END </a:t>
            </a:r>
            <a:r>
              <a:rPr lang="en-US" dirty="0" err="1"/>
              <a:t>bbb</a:t>
            </a:r>
            <a:r>
              <a:rPr lang="en-US" dirty="0"/>
              <a:t> END" | grep -</a:t>
            </a:r>
            <a:r>
              <a:rPr lang="en-US" dirty="0" err="1"/>
              <a:t>oP</a:t>
            </a:r>
            <a:r>
              <a:rPr lang="en-US"/>
              <a:t> "START(.*?)END"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164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curl --no-progress-meter https://play.google.com/store/apps/details?id=com.twitter.android | grep -Pio 'itemprop="name"&gt;&lt;span&gt;Twitter&lt;/span&gt;’</a:t>
            </a:r>
          </a:p>
          <a:p>
            <a:r>
              <a:rPr lang="en-US" dirty="0"/>
              <a:t>curl --no-progress-meter https://play.google.com/store/apps/details?id=com.twitter.android | grep -Pio 'itemprop="name"&gt;&lt;span&gt;\K.*?(?=&lt;/span&gt;)’</a:t>
            </a:r>
          </a:p>
          <a:p>
            <a:r>
              <a:rPr lang="en-US" dirty="0"/>
              <a:t>echo "START </a:t>
            </a:r>
            <a:r>
              <a:rPr lang="en-US" dirty="0" err="1"/>
              <a:t>aaa</a:t>
            </a:r>
            <a:r>
              <a:rPr lang="en-US" dirty="0"/>
              <a:t> END START </a:t>
            </a:r>
            <a:r>
              <a:rPr lang="en-US" dirty="0" err="1"/>
              <a:t>bbb</a:t>
            </a:r>
            <a:r>
              <a:rPr lang="en-US" dirty="0"/>
              <a:t> END" | grep -</a:t>
            </a:r>
            <a:r>
              <a:rPr lang="en-US" dirty="0" err="1"/>
              <a:t>oP</a:t>
            </a:r>
            <a:r>
              <a:rPr lang="en-US" dirty="0"/>
              <a:t> 'START(.*)END’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echo "START </a:t>
            </a:r>
            <a:r>
              <a:rPr lang="en-US" dirty="0" err="1"/>
              <a:t>aaa</a:t>
            </a:r>
            <a:r>
              <a:rPr lang="en-US" dirty="0"/>
              <a:t> END START </a:t>
            </a:r>
            <a:r>
              <a:rPr lang="en-US" dirty="0" err="1"/>
              <a:t>bbb</a:t>
            </a:r>
            <a:r>
              <a:rPr lang="en-US" dirty="0"/>
              <a:t> END" | grep -</a:t>
            </a:r>
            <a:r>
              <a:rPr lang="en-US" dirty="0" err="1"/>
              <a:t>oP</a:t>
            </a:r>
            <a:r>
              <a:rPr lang="en-US" dirty="0"/>
              <a:t> 'START(.*?)END'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2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ls 'Pixel 3/data/data' \</a:t>
            </a:r>
          </a:p>
          <a:p>
            <a:r>
              <a:rPr lang="en-US"/>
              <a:t>| while read package; do \</a:t>
            </a:r>
          </a:p>
          <a:p>
            <a:r>
              <a:rPr lang="en-US"/>
              <a:t>curl --no-progress-meter https://play.google.com/store/apps/details?id=$package \</a:t>
            </a:r>
          </a:p>
          <a:p>
            <a:r>
              <a:rPr lang="en-US"/>
              <a:t>| grep -Pio 'itemprop="name"&gt;&lt;span&gt;\K.*?(?=&lt;/span&gt;)' \</a:t>
            </a:r>
          </a:p>
          <a:p>
            <a:r>
              <a:rPr lang="en-US"/>
              <a:t>&amp;&amp; echo $package; \</a:t>
            </a:r>
          </a:p>
          <a:p>
            <a:r>
              <a:rPr lang="en-US"/>
              <a:t>done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Google Chrome: Fast &amp;amp; Secure</a:t>
            </a:r>
          </a:p>
          <a:p>
            <a:r>
              <a:rPr lang="en-US" err="1"/>
              <a:t>com.android.chrome</a:t>
            </a:r>
            <a:endParaRPr lang="en-US"/>
          </a:p>
          <a:p>
            <a:r>
              <a:rPr lang="en-US"/>
              <a:t>Discord - Talk, Video Chat &amp;amp; Hang Out with Friends</a:t>
            </a:r>
          </a:p>
          <a:p>
            <a:r>
              <a:rPr lang="en-US" err="1"/>
              <a:t>com.discord</a:t>
            </a:r>
            <a:endParaRPr lang="en-US"/>
          </a:p>
          <a:p>
            <a:r>
              <a:rPr lang="en-US" err="1"/>
              <a:t>TextNow</a:t>
            </a:r>
            <a:r>
              <a:rPr lang="en-US"/>
              <a:t>: Free Texting &amp;amp; Calling App</a:t>
            </a:r>
          </a:p>
          <a:p>
            <a:r>
              <a:rPr lang="en-US" err="1"/>
              <a:t>com.enflick.android.TextNow</a:t>
            </a:r>
            <a:endParaRPr lang="en-US"/>
          </a:p>
          <a:p>
            <a:r>
              <a:rPr lang="en-US"/>
              <a:t>Messenger – Text and Video Chat for Free</a:t>
            </a:r>
          </a:p>
          <a:p>
            <a:r>
              <a:rPr lang="en-US" err="1"/>
              <a:t>com.facebook.orca</a:t>
            </a:r>
            <a:endParaRPr lang="en-US"/>
          </a:p>
          <a:p>
            <a:r>
              <a:rPr lang="en-US"/>
              <a:t>Google Home</a:t>
            </a:r>
          </a:p>
          <a:p>
            <a:r>
              <a:rPr lang="en-US" err="1"/>
              <a:t>com.google.android.apps.chromecast.app</a:t>
            </a:r>
            <a:endParaRPr lang="en-US"/>
          </a:p>
          <a:p>
            <a:r>
              <a:rPr lang="en-US"/>
              <a:t>Google Drive</a:t>
            </a:r>
          </a:p>
          <a:p>
            <a:r>
              <a:rPr lang="en-US" err="1"/>
              <a:t>com.google.android.apps.docs</a:t>
            </a:r>
            <a:endParaRPr lang="en-US"/>
          </a:p>
          <a:p>
            <a:r>
              <a:rPr lang="en-US"/>
              <a:t>Google Docs</a:t>
            </a:r>
          </a:p>
          <a:p>
            <a:r>
              <a:rPr lang="en-US" err="1"/>
              <a:t>com.google.android.apps.docs.editors.docs</a:t>
            </a:r>
            <a:endParaRPr lang="en-US"/>
          </a:p>
          <a:p>
            <a:r>
              <a:rPr lang="en-US"/>
              <a:t>Google Apps Device Policy</a:t>
            </a:r>
          </a:p>
          <a:p>
            <a:r>
              <a:rPr lang="en-US" err="1"/>
              <a:t>com.google.android.apps.enterprise.dmagent</a:t>
            </a:r>
            <a:endParaRPr lang="en-US"/>
          </a:p>
          <a:p>
            <a:r>
              <a:rPr lang="en-US"/>
              <a:t>Google Support Services</a:t>
            </a:r>
          </a:p>
          <a:p>
            <a:r>
              <a:rPr lang="en-US" err="1"/>
              <a:t>com.google.android.apps.helprtc</a:t>
            </a:r>
            <a:endParaRPr lang="en-US"/>
          </a:p>
          <a:p>
            <a:r>
              <a:rPr lang="en-US"/>
              <a:t>Google News - Top world &amp;amp; local news headlines</a:t>
            </a:r>
          </a:p>
          <a:p>
            <a:r>
              <a:rPr lang="en-US" err="1"/>
              <a:t>com.google.android.apps.magazines</a:t>
            </a:r>
            <a:endParaRPr lang="en-US"/>
          </a:p>
          <a:p>
            <a:r>
              <a:rPr lang="en-US"/>
              <a:t>Google Maps - Navigate &amp;amp; Explore</a:t>
            </a:r>
          </a:p>
          <a:p>
            <a:r>
              <a:rPr lang="en-US" err="1"/>
              <a:t>com.google.android.apps.maps</a:t>
            </a:r>
            <a:endParaRPr lang="en-US"/>
          </a:p>
          <a:p>
            <a:r>
              <a:rPr lang="en-US"/>
              <a:t>Messages</a:t>
            </a:r>
          </a:p>
          <a:p>
            <a:r>
              <a:rPr lang="en-US" err="1"/>
              <a:t>com.google.android.apps.messaging</a:t>
            </a:r>
            <a:endParaRPr lang="en-US"/>
          </a:p>
          <a:p>
            <a:r>
              <a:rPr lang="en-US"/>
              <a:t>Pixel Launcher</a:t>
            </a:r>
          </a:p>
          <a:p>
            <a:r>
              <a:rPr lang="en-US" err="1"/>
              <a:t>com.google.android.apps.nexuslauncher</a:t>
            </a:r>
            <a:endParaRPr lang="en-US"/>
          </a:p>
          <a:p>
            <a:r>
              <a:rPr lang="en-US"/>
              <a:t>Google Photos</a:t>
            </a:r>
          </a:p>
          <a:p>
            <a:r>
              <a:rPr lang="en-US" err="1"/>
              <a:t>com.google.android.apps.photos</a:t>
            </a:r>
            <a:endParaRPr lang="en-US"/>
          </a:p>
          <a:p>
            <a:r>
              <a:rPr lang="en-US"/>
              <a:t>Data Transfer Tool</a:t>
            </a:r>
          </a:p>
          <a:p>
            <a:r>
              <a:rPr lang="en-US" err="1"/>
              <a:t>com.google.android.apps.pixelmigrate</a:t>
            </a:r>
            <a:endParaRPr lang="en-US"/>
          </a:p>
          <a:p>
            <a:r>
              <a:rPr lang="en-US"/>
              <a:t>Personal Safety</a:t>
            </a:r>
          </a:p>
          <a:p>
            <a:r>
              <a:rPr lang="en-US" err="1"/>
              <a:t>com.google.android.apps.safetyhub</a:t>
            </a:r>
            <a:endParaRPr lang="en-US"/>
          </a:p>
          <a:p>
            <a:r>
              <a:rPr lang="en-US"/>
              <a:t>Google Duo - High Quality Video Calls</a:t>
            </a:r>
          </a:p>
          <a:p>
            <a:r>
              <a:rPr lang="en-US" err="1"/>
              <a:t>com.google.android.apps.tachyon</a:t>
            </a:r>
            <a:endParaRPr lang="en-US"/>
          </a:p>
          <a:p>
            <a:r>
              <a:rPr lang="en-US"/>
              <a:t>Google Fi</a:t>
            </a:r>
          </a:p>
          <a:p>
            <a:r>
              <a:rPr lang="en-US" err="1"/>
              <a:t>com.google.android.apps.tycho</a:t>
            </a:r>
            <a:endParaRPr lang="en-US"/>
          </a:p>
          <a:p>
            <a:r>
              <a:rPr lang="en-US"/>
              <a:t>Google Pay (old app)</a:t>
            </a:r>
          </a:p>
          <a:p>
            <a:r>
              <a:rPr lang="en-US" err="1"/>
              <a:t>com.google.android.apps.walletnfcrel</a:t>
            </a:r>
            <a:endParaRPr lang="en-US"/>
          </a:p>
          <a:p>
            <a:r>
              <a:rPr lang="en-US"/>
              <a:t>Wallpapers</a:t>
            </a:r>
          </a:p>
          <a:p>
            <a:r>
              <a:rPr lang="en-US" err="1"/>
              <a:t>com.google.android.apps.wallpaper</a:t>
            </a:r>
            <a:endParaRPr lang="en-US"/>
          </a:p>
          <a:p>
            <a:r>
              <a:rPr lang="en-US"/>
              <a:t>Digital Wellbeing</a:t>
            </a:r>
          </a:p>
          <a:p>
            <a:r>
              <a:rPr lang="en-US" err="1"/>
              <a:t>com.google.android.apps.wellbeing</a:t>
            </a:r>
            <a:endParaRPr lang="en-US"/>
          </a:p>
          <a:p>
            <a:r>
              <a:rPr lang="en-US"/>
              <a:t>YouTube Music - Stream Songs &amp;amp; Music Videos</a:t>
            </a:r>
          </a:p>
          <a:p>
            <a:r>
              <a:rPr lang="en-US" err="1"/>
              <a:t>com.google.android.apps.youtube.music</a:t>
            </a:r>
            <a:endParaRPr lang="en-US"/>
          </a:p>
          <a:p>
            <a:r>
              <a:rPr lang="en-US"/>
              <a:t>Google Calendar</a:t>
            </a:r>
          </a:p>
          <a:p>
            <a:r>
              <a:rPr lang="en-US" err="1"/>
              <a:t>com.google.android.calendar</a:t>
            </a:r>
            <a:endParaRPr lang="en-US"/>
          </a:p>
          <a:p>
            <a:r>
              <a:rPr lang="en-US"/>
              <a:t>Contacts</a:t>
            </a:r>
          </a:p>
          <a:p>
            <a:r>
              <a:rPr lang="en-US" err="1"/>
              <a:t>com.google.android.contacts</a:t>
            </a:r>
            <a:endParaRPr lang="en-US"/>
          </a:p>
          <a:p>
            <a:r>
              <a:rPr lang="en-US"/>
              <a:t>Clock</a:t>
            </a:r>
          </a:p>
          <a:p>
            <a:r>
              <a:rPr lang="en-US" err="1"/>
              <a:t>com.google.android.deskclock</a:t>
            </a:r>
            <a:endParaRPr lang="en-US"/>
          </a:p>
          <a:p>
            <a:r>
              <a:rPr lang="en-US"/>
              <a:t>Phone by Google - Caller ID &amp;amp; Spam Protection</a:t>
            </a:r>
          </a:p>
          <a:p>
            <a:r>
              <a:rPr lang="en-US" err="1"/>
              <a:t>com.google.android.dialer</a:t>
            </a:r>
            <a:endParaRPr lang="en-US"/>
          </a:p>
          <a:p>
            <a:r>
              <a:rPr lang="en-US"/>
              <a:t>Gmail</a:t>
            </a:r>
          </a:p>
          <a:p>
            <a:r>
              <a:rPr lang="en-US"/>
              <a:t>com.google.android.gm</a:t>
            </a:r>
          </a:p>
          <a:p>
            <a:r>
              <a:rPr lang="en-US"/>
              <a:t>Google Play services</a:t>
            </a:r>
          </a:p>
          <a:p>
            <a:r>
              <a:rPr lang="en-US" err="1"/>
              <a:t>com.google.android.gms</a:t>
            </a:r>
            <a:endParaRPr lang="en-US"/>
          </a:p>
          <a:p>
            <a:r>
              <a:rPr lang="en-US"/>
              <a:t>Google Camera</a:t>
            </a:r>
          </a:p>
          <a:p>
            <a:r>
              <a:rPr lang="en-US" err="1"/>
              <a:t>com.google.android.GoogleCamera</a:t>
            </a:r>
            <a:endParaRPr lang="en-US"/>
          </a:p>
          <a:p>
            <a:r>
              <a:rPr lang="en-US"/>
              <a:t>Google</a:t>
            </a:r>
          </a:p>
          <a:p>
            <a:r>
              <a:rPr lang="en-US" err="1"/>
              <a:t>com.google.android.googlequicksearchbox</a:t>
            </a:r>
            <a:endParaRPr lang="en-US"/>
          </a:p>
          <a:p>
            <a:r>
              <a:rPr lang="en-US"/>
              <a:t>Carrier Services</a:t>
            </a:r>
          </a:p>
          <a:p>
            <a:r>
              <a:rPr lang="en-US" err="1"/>
              <a:t>com.google.android.ims</a:t>
            </a:r>
            <a:endParaRPr lang="en-US"/>
          </a:p>
          <a:p>
            <a:r>
              <a:rPr lang="en-US" err="1"/>
              <a:t>Gboard</a:t>
            </a:r>
            <a:r>
              <a:rPr lang="en-US"/>
              <a:t> - the Google Keyboard</a:t>
            </a:r>
          </a:p>
          <a:p>
            <a:r>
              <a:rPr lang="en-US" err="1"/>
              <a:t>com.google.android.inputmethod.latin</a:t>
            </a:r>
            <a:endParaRPr lang="en-US"/>
          </a:p>
          <a:p>
            <a:r>
              <a:rPr lang="en-US"/>
              <a:t>Google Keep - Notes and Lists</a:t>
            </a:r>
          </a:p>
          <a:p>
            <a:r>
              <a:rPr lang="en-US" err="1"/>
              <a:t>com.google.android.keep</a:t>
            </a:r>
            <a:endParaRPr lang="en-US"/>
          </a:p>
          <a:p>
            <a:r>
              <a:rPr lang="en-US"/>
              <a:t>Google Play Music</a:t>
            </a:r>
          </a:p>
          <a:p>
            <a:r>
              <a:rPr lang="en-US" err="1"/>
              <a:t>com.google.android.music</a:t>
            </a:r>
            <a:endParaRPr lang="en-US"/>
          </a:p>
          <a:p>
            <a:r>
              <a:rPr lang="en-US"/>
              <a:t>Android Auto - Google Maps, Media &amp;amp; Messaging</a:t>
            </a:r>
          </a:p>
          <a:p>
            <a:r>
              <a:rPr lang="en-US" err="1"/>
              <a:t>com.google.android.projection.gearhead</a:t>
            </a:r>
            <a:endParaRPr lang="en-US"/>
          </a:p>
          <a:p>
            <a:r>
              <a:rPr lang="en-US"/>
              <a:t>Google Text-to-Speech</a:t>
            </a:r>
          </a:p>
          <a:p>
            <a:r>
              <a:rPr lang="en-US" err="1"/>
              <a:t>com.google.android.tts</a:t>
            </a:r>
            <a:endParaRPr lang="en-US"/>
          </a:p>
          <a:p>
            <a:r>
              <a:rPr lang="en-US"/>
              <a:t>Google TV (previously Play Movies &amp;amp; TV)</a:t>
            </a:r>
          </a:p>
          <a:p>
            <a:r>
              <a:rPr lang="en-US" err="1"/>
              <a:t>com.google.android.videos</a:t>
            </a:r>
            <a:endParaRPr lang="en-US"/>
          </a:p>
          <a:p>
            <a:r>
              <a:rPr lang="en-US"/>
              <a:t>Android System WebView</a:t>
            </a:r>
          </a:p>
          <a:p>
            <a:r>
              <a:rPr lang="en-US" err="1"/>
              <a:t>com.google.android.webview</a:t>
            </a:r>
            <a:endParaRPr lang="en-US"/>
          </a:p>
          <a:p>
            <a:r>
              <a:rPr lang="en-US"/>
              <a:t>YouTube</a:t>
            </a:r>
          </a:p>
          <a:p>
            <a:r>
              <a:rPr lang="en-US" err="1"/>
              <a:t>com.google.android.youtube</a:t>
            </a:r>
            <a:endParaRPr lang="en-US"/>
          </a:p>
          <a:p>
            <a:r>
              <a:rPr lang="en-US"/>
              <a:t>Google Play Services for AR</a:t>
            </a:r>
          </a:p>
          <a:p>
            <a:r>
              <a:rPr lang="en-US" err="1"/>
              <a:t>com.google.ar.core</a:t>
            </a:r>
            <a:endParaRPr lang="en-US"/>
          </a:p>
          <a:p>
            <a:r>
              <a:rPr lang="en-US"/>
              <a:t>Pixel Ambient Services</a:t>
            </a:r>
          </a:p>
          <a:p>
            <a:r>
              <a:rPr lang="en-US" err="1"/>
              <a:t>com.google.intelligence.sense</a:t>
            </a:r>
            <a:endParaRPr lang="en-US"/>
          </a:p>
          <a:p>
            <a:r>
              <a:rPr lang="en-US"/>
              <a:t>Playground (was AR Stickers)</a:t>
            </a:r>
          </a:p>
          <a:p>
            <a:r>
              <a:rPr lang="en-US" err="1"/>
              <a:t>com.google.vr.apps.ornament</a:t>
            </a:r>
            <a:endParaRPr lang="en-US"/>
          </a:p>
          <a:p>
            <a:r>
              <a:rPr lang="en-US"/>
              <a:t>Google VR Services</a:t>
            </a:r>
          </a:p>
          <a:p>
            <a:r>
              <a:rPr lang="en-US" err="1"/>
              <a:t>com.google.vr.vrcore</a:t>
            </a:r>
            <a:endParaRPr lang="en-US"/>
          </a:p>
          <a:p>
            <a:r>
              <a:rPr lang="en-US" err="1"/>
              <a:t>Imgur</a:t>
            </a:r>
            <a:r>
              <a:rPr lang="en-US"/>
              <a:t>: Find funny GIFs, memes &amp;amp; watch viral videos</a:t>
            </a:r>
          </a:p>
          <a:p>
            <a:r>
              <a:rPr lang="en-US" err="1"/>
              <a:t>com.imgur.mobile</a:t>
            </a:r>
            <a:endParaRPr lang="en-US"/>
          </a:p>
          <a:p>
            <a:r>
              <a:rPr lang="en-US" err="1"/>
              <a:t>imo</a:t>
            </a:r>
            <a:r>
              <a:rPr lang="en-US"/>
              <a:t> free HD video calls and chat</a:t>
            </a:r>
          </a:p>
          <a:p>
            <a:r>
              <a:rPr lang="en-US" err="1"/>
              <a:t>com.imo.android.imous</a:t>
            </a:r>
            <a:endParaRPr lang="en-US"/>
          </a:p>
          <a:p>
            <a:r>
              <a:rPr lang="en-US"/>
              <a:t>Instagram</a:t>
            </a:r>
          </a:p>
          <a:p>
            <a:r>
              <a:rPr lang="en-US" err="1"/>
              <a:t>com.instagram.android</a:t>
            </a:r>
            <a:endParaRPr lang="en-US"/>
          </a:p>
          <a:p>
            <a:r>
              <a:rPr lang="en-US"/>
              <a:t>Threads from Instagram</a:t>
            </a:r>
          </a:p>
          <a:p>
            <a:r>
              <a:rPr lang="en-US" err="1"/>
              <a:t>com.instagram.threadsapp</a:t>
            </a:r>
            <a:endParaRPr lang="en-US"/>
          </a:p>
          <a:p>
            <a:r>
              <a:rPr lang="en-US" err="1"/>
              <a:t>MeWe</a:t>
            </a:r>
            <a:endParaRPr lang="en-US"/>
          </a:p>
          <a:p>
            <a:r>
              <a:rPr lang="en-US" err="1"/>
              <a:t>com.mewe</a:t>
            </a:r>
            <a:endParaRPr lang="en-US"/>
          </a:p>
          <a:p>
            <a:r>
              <a:rPr lang="en-US" err="1"/>
              <a:t>Wickr</a:t>
            </a:r>
            <a:r>
              <a:rPr lang="en-US"/>
              <a:t> Me – Private Messenger</a:t>
            </a:r>
          </a:p>
          <a:p>
            <a:r>
              <a:rPr lang="en-US"/>
              <a:t>com.mywickr.wickr2</a:t>
            </a:r>
          </a:p>
          <a:p>
            <a:r>
              <a:rPr lang="en-US"/>
              <a:t>Dust - a safer place to text</a:t>
            </a:r>
          </a:p>
          <a:p>
            <a:r>
              <a:rPr lang="en-US" err="1"/>
              <a:t>com.radicalapps.cyberdust</a:t>
            </a:r>
            <a:endParaRPr lang="en-US"/>
          </a:p>
          <a:p>
            <a:r>
              <a:rPr lang="en-US"/>
              <a:t>Silent Phone - Secure Calling &amp;amp; Messaging</a:t>
            </a:r>
          </a:p>
          <a:p>
            <a:r>
              <a:rPr lang="en-US" err="1"/>
              <a:t>com.silentcircle.silentphone</a:t>
            </a:r>
            <a:endParaRPr lang="en-US"/>
          </a:p>
          <a:p>
            <a:r>
              <a:rPr lang="en-US"/>
              <a:t>SKOUT - Meet, Chat, Go Live</a:t>
            </a:r>
          </a:p>
          <a:p>
            <a:r>
              <a:rPr lang="en-US" err="1"/>
              <a:t>com.skout.android</a:t>
            </a:r>
            <a:endParaRPr lang="en-US"/>
          </a:p>
          <a:p>
            <a:r>
              <a:rPr lang="en-US"/>
              <a:t>Skype - free IM &amp;amp; video calls</a:t>
            </a:r>
          </a:p>
          <a:p>
            <a:r>
              <a:rPr lang="en-US" err="1"/>
              <a:t>com.skype.raider</a:t>
            </a:r>
            <a:endParaRPr lang="en-US"/>
          </a:p>
          <a:p>
            <a:r>
              <a:rPr lang="en-US"/>
              <a:t>Snapchat</a:t>
            </a:r>
          </a:p>
          <a:p>
            <a:r>
              <a:rPr lang="en-US" err="1"/>
              <a:t>com.snapchat.android</a:t>
            </a:r>
            <a:endParaRPr lang="en-US"/>
          </a:p>
          <a:p>
            <a:r>
              <a:rPr lang="en-US"/>
              <a:t>Spotify: Listen to podcasts &amp;amp; find music you love</a:t>
            </a:r>
          </a:p>
          <a:p>
            <a:r>
              <a:rPr lang="en-US" err="1"/>
              <a:t>com.spotify.music</a:t>
            </a:r>
            <a:endParaRPr lang="en-US"/>
          </a:p>
          <a:p>
            <a:r>
              <a:rPr lang="en-US"/>
              <a:t>Gallery Vault - Hide Pictures And Videos</a:t>
            </a:r>
          </a:p>
          <a:p>
            <a:r>
              <a:rPr lang="en-US" err="1"/>
              <a:t>com.thinkyeah.galleryvault</a:t>
            </a:r>
            <a:endParaRPr lang="en-US"/>
          </a:p>
          <a:p>
            <a:r>
              <a:rPr lang="en-US"/>
              <a:t>Twitter</a:t>
            </a:r>
          </a:p>
          <a:p>
            <a:r>
              <a:rPr lang="en-US" err="1"/>
              <a:t>com.twitter.android</a:t>
            </a:r>
            <a:endParaRPr lang="en-US"/>
          </a:p>
          <a:p>
            <a:r>
              <a:rPr lang="en-US"/>
              <a:t>Venmo</a:t>
            </a:r>
          </a:p>
          <a:p>
            <a:r>
              <a:rPr lang="en-US" err="1"/>
              <a:t>com.venmo</a:t>
            </a:r>
            <a:endParaRPr lang="en-US"/>
          </a:p>
          <a:p>
            <a:r>
              <a:rPr lang="en-US"/>
              <a:t>Viber Messenger - Free Video Calls &amp;amp; Group Chats</a:t>
            </a:r>
          </a:p>
          <a:p>
            <a:r>
              <a:rPr lang="en-US" err="1"/>
              <a:t>com.viber.voip</a:t>
            </a:r>
            <a:endParaRPr lang="en-US"/>
          </a:p>
          <a:p>
            <a:r>
              <a:rPr lang="en-US"/>
              <a:t>WhatsApp Messenger</a:t>
            </a:r>
          </a:p>
          <a:p>
            <a:r>
              <a:rPr lang="en-US" err="1"/>
              <a:t>com.whatsapp</a:t>
            </a:r>
            <a:endParaRPr lang="en-US"/>
          </a:p>
          <a:p>
            <a:r>
              <a:rPr lang="en-US"/>
              <a:t>Wire • Secure Messenger</a:t>
            </a:r>
          </a:p>
          <a:p>
            <a:r>
              <a:rPr lang="en-US" err="1"/>
              <a:t>com.wire</a:t>
            </a:r>
            <a:endParaRPr lang="en-US"/>
          </a:p>
          <a:p>
            <a:r>
              <a:rPr lang="en-US" err="1"/>
              <a:t>TikTok</a:t>
            </a:r>
            <a:endParaRPr lang="en-US"/>
          </a:p>
          <a:p>
            <a:r>
              <a:rPr lang="en-US" err="1"/>
              <a:t>com.zhiliaoapp.musically</a:t>
            </a:r>
            <a:endParaRPr lang="en-US"/>
          </a:p>
          <a:p>
            <a:r>
              <a:rPr lang="en-US"/>
              <a:t>LINE: Free Calls &amp;amp; Messages</a:t>
            </a:r>
          </a:p>
          <a:p>
            <a:r>
              <a:rPr lang="en-US" err="1"/>
              <a:t>jp.naver.line.android</a:t>
            </a:r>
            <a:endParaRPr lang="en-US"/>
          </a:p>
          <a:p>
            <a:r>
              <a:rPr lang="en-US"/>
              <a:t>Kik</a:t>
            </a:r>
          </a:p>
          <a:p>
            <a:r>
              <a:rPr lang="en-US" err="1"/>
              <a:t>kik.android</a:t>
            </a:r>
            <a:endParaRPr lang="en-US"/>
          </a:p>
          <a:p>
            <a:r>
              <a:rPr lang="en-US"/>
              <a:t>Telegram</a:t>
            </a:r>
          </a:p>
          <a:p>
            <a:r>
              <a:rPr lang="en-US" err="1"/>
              <a:t>org.telegram.messenger</a:t>
            </a:r>
            <a:endParaRPr lang="en-US"/>
          </a:p>
          <a:p>
            <a:r>
              <a:rPr lang="en-US"/>
              <a:t>Signal Private Messenger</a:t>
            </a:r>
          </a:p>
          <a:p>
            <a:r>
              <a:rPr lang="en-US" err="1"/>
              <a:t>org.thoughtcrime.securesms</a:t>
            </a:r>
            <a:endParaRPr lang="en-US"/>
          </a:p>
          <a:p>
            <a:r>
              <a:rPr lang="en-US"/>
              <a:t>Tor Browser: Official, Private, &amp;amp; Secure</a:t>
            </a:r>
          </a:p>
          <a:p>
            <a:r>
              <a:rPr lang="en-US" err="1"/>
              <a:t>org.torproject.torbrowser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318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ls 'Pixel 3/data/data' \                                                           </a:t>
            </a:r>
          </a:p>
          <a:p>
            <a:r>
              <a:rPr lang="en-US"/>
              <a:t>| while read package; do \</a:t>
            </a:r>
          </a:p>
          <a:p>
            <a:r>
              <a:rPr lang="en-US"/>
              <a:t>curl --no-progress-meter https://play.google.com/store/apps/details?id=$package \</a:t>
            </a:r>
          </a:p>
          <a:p>
            <a:r>
              <a:rPr lang="en-US"/>
              <a:t>| grep -Pio '&lt;div </a:t>
            </a:r>
            <a:r>
              <a:rPr lang="en-US" err="1"/>
              <a:t>jsname</a:t>
            </a:r>
            <a:r>
              <a:rPr lang="en-US"/>
              <a:t>="</a:t>
            </a:r>
            <a:r>
              <a:rPr lang="en-US" err="1"/>
              <a:t>sngebd</a:t>
            </a:r>
            <a:r>
              <a:rPr lang="en-US"/>
              <a:t>"&gt;\K.*?(?=&lt;/div&gt;)'  | grep  -io money\</a:t>
            </a:r>
          </a:p>
          <a:p>
            <a:r>
              <a:rPr lang="en-US"/>
              <a:t>&amp;&amp; echo $package; \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 err="1"/>
              <a:t>com.enflick.android.TextNow</a:t>
            </a:r>
            <a:endParaRPr lang="en-US"/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 err="1"/>
              <a:t>com.facebook.orca</a:t>
            </a:r>
            <a:endParaRPr lang="en-US"/>
          </a:p>
          <a:p>
            <a:r>
              <a:rPr lang="en-US"/>
              <a:t>money</a:t>
            </a:r>
          </a:p>
          <a:p>
            <a:r>
              <a:rPr lang="en-US" err="1"/>
              <a:t>com.google.android.apps.walletnfcrel</a:t>
            </a:r>
            <a:endParaRPr lang="en-US"/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/>
              <a:t>money</a:t>
            </a:r>
          </a:p>
          <a:p>
            <a:r>
              <a:rPr lang="en-US" err="1"/>
              <a:t>com.venmo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793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Explanation of the Code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Listing Package IDs 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The script uses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os.listdir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 to list all directories in the Pixel 3/data/data folder. Each directory corresponds to an installed app's package ID.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Fetching App Details 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For each package ID, the script constructs the Google Play Store URL (https://play.google.com/store/apps/details?id=&lt;package&gt;).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It uses the requests library to fetch the HTML content of the app's details page.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Parsing the HTML 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The script uses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BeautifulSoup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from the bs4 module to parse the HTML response.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It looks for the &lt;h1&gt; tag with the attribute itemprop="name" to extract the app name.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Output 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The script prints the app name and its corresponding package ID.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get_android_apps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com.twitter.android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Base URL for Google Play Store app details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"https://play.google.com/store/apps/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details?id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Fetch the app details page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"Failed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to fetch details for package: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Extract the app name using a regular expression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 err="1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'itemprop</a:t>
            </a:r>
            <a:r>
              <a:rPr lang="en-US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="name"&gt;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*?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&lt;/span&gt;'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app_name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"Unknown"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 the app name and package ID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Name: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app_name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Package ID: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processing package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get_android_apps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7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orp.digitalcorpora.org/corpora/mobile/android_13/" TargetMode="External"/><Relationship Id="rId4" Type="http://schemas.openxmlformats.org/officeDocument/2006/relationships/hyperlink" Target="https://corp.digitalcorpora.org/corpora/mobile/android_10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corpora.org/about-digitalcorpora/hash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twitter.android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5F0EB0-5897-489E-9EFB-3ED37E77F4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 Pixel 3 image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8477CFB-004B-427D-9155-5C90F833AA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Image Acquisition &amp; Android Forensics</a:t>
            </a:r>
          </a:p>
        </p:txBody>
      </p:sp>
    </p:spTree>
    <p:extLst>
      <p:ext uri="{BB962C8B-B14F-4D97-AF65-F5344CB8AC3E}">
        <p14:creationId xmlns:p14="http://schemas.microsoft.com/office/powerpoint/2010/main" val="4291129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CB38C6-785E-40DD-87ED-E0F072B3E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00835B-B4F5-499F-BB0B-7799CB51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Pixel 3 Image Description</a:t>
            </a:r>
          </a:p>
          <a:p>
            <a:r>
              <a:rPr lang="en-US" dirty="0"/>
              <a:t>Android Forensics: Data Source</a:t>
            </a:r>
          </a:p>
          <a:p>
            <a:r>
              <a:rPr lang="en-US" dirty="0"/>
              <a:t>Hands-on Lab</a:t>
            </a:r>
          </a:p>
          <a:p>
            <a:r>
              <a:rPr lang="en-US" dirty="0"/>
              <a:t>Understand the Apps/Package</a:t>
            </a:r>
          </a:p>
          <a:p>
            <a:r>
              <a:rPr lang="en-GB" dirty="0"/>
              <a:t>Case Study: Find an app’s official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45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05220-C69B-4DFE-A920-E9B89A00D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 Image Description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B719E-B028-46A2-AE73-421062402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was the device image acquired?</a:t>
            </a:r>
          </a:p>
        </p:txBody>
      </p:sp>
    </p:spTree>
    <p:extLst>
      <p:ext uri="{BB962C8B-B14F-4D97-AF65-F5344CB8AC3E}">
        <p14:creationId xmlns:p14="http://schemas.microsoft.com/office/powerpoint/2010/main" val="56642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E6A3-F685-4A0E-900E-6B1C064CA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the Pixel 3 Image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17F393-F710-4456-B5F0-9733926FE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2703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Created by Joshua Hickman</a:t>
            </a:r>
          </a:p>
          <a:p>
            <a:r>
              <a:rPr lang="en-US" dirty="0"/>
              <a:t>The Pixel device is rooted using the Team Win Recovery Project (TWRP)</a:t>
            </a:r>
          </a:p>
          <a:p>
            <a:r>
              <a:rPr lang="en-GB" dirty="0"/>
              <a:t>TWRP is a custom recovery environment that boots separately from normal Android</a:t>
            </a:r>
          </a:p>
          <a:p>
            <a:pPr lvl="1"/>
            <a:r>
              <a:rPr lang="en-GB" dirty="0"/>
              <a:t>Used to flash, mount, copy, back up, or modify partitions</a:t>
            </a:r>
          </a:p>
          <a:p>
            <a:pPr lvl="1"/>
            <a:r>
              <a:rPr lang="en-GB" dirty="0"/>
              <a:t>Used to install </a:t>
            </a:r>
            <a:r>
              <a:rPr lang="en-GB" dirty="0" err="1"/>
              <a:t>Magisk</a:t>
            </a:r>
            <a:endParaRPr lang="en-GB" dirty="0"/>
          </a:p>
          <a:p>
            <a:r>
              <a:rPr lang="en-GB" dirty="0" err="1"/>
              <a:t>Magisk</a:t>
            </a:r>
            <a:r>
              <a:rPr lang="en-GB" dirty="0"/>
              <a:t> is what provides root access during normal Android operation.</a:t>
            </a:r>
          </a:p>
          <a:p>
            <a:r>
              <a:rPr lang="en-GB" dirty="0"/>
              <a:t>Pixel 3 Image is not </a:t>
            </a:r>
            <a:r>
              <a:rPr lang="en-US" dirty="0"/>
              <a:t>a real “dd image”</a:t>
            </a:r>
          </a:p>
          <a:p>
            <a:pPr lvl="1"/>
            <a:r>
              <a:rPr lang="en-US" dirty="0"/>
              <a:t>It is a logical copy</a:t>
            </a:r>
          </a:p>
        </p:txBody>
      </p:sp>
    </p:spTree>
    <p:extLst>
      <p:ext uri="{BB962C8B-B14F-4D97-AF65-F5344CB8AC3E}">
        <p14:creationId xmlns:p14="http://schemas.microsoft.com/office/powerpoint/2010/main" val="838394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41A5F7-BB6F-436A-0F08-07ADA392C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50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146573-33FA-A259-7962-83A454FC0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81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1A06BE-81F1-8064-F643-1C29786A6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54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Generated image">
            <a:extLst>
              <a:ext uri="{FF2B5EF4-FFF2-40B4-BE49-F238E27FC236}">
                <a16:creationId xmlns:a16="http://schemas.microsoft.com/office/drawing/2014/main" id="{740B8898-FDEF-D8EF-5740-C1ACA17E3F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of ">
            <a:extLst>
              <a:ext uri="{FF2B5EF4-FFF2-40B4-BE49-F238E27FC236}">
                <a16:creationId xmlns:a16="http://schemas.microsoft.com/office/drawing/2014/main" id="{E76C1581-DF80-2AC1-C486-C69FE1B048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965B4-6C6F-EA78-F299-7DD61B203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7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F893CA-9E41-47A2-91B2-32B4A150E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Download Pixel 3 image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5C4267-F203-4411-9D74-F32747938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99508"/>
            <a:ext cx="9068586" cy="30482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9BDB3E-1D76-4802-A95A-FCFB0DE09AD6}"/>
              </a:ext>
            </a:extLst>
          </p:cNvPr>
          <p:cNvSpPr txBox="1"/>
          <p:nvPr/>
        </p:nvSpPr>
        <p:spPr>
          <a:xfrm>
            <a:off x="4681002" y="3235945"/>
            <a:ext cx="513411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0" i="0" u="none" strike="noStrike" baseline="0" dirty="0">
                <a:latin typeface="TimesNewRomanPSMT"/>
              </a:rPr>
              <a:t>A </a:t>
            </a:r>
            <a:r>
              <a:rPr lang="en-US" sz="1800" b="0" i="0" u="none" strike="noStrike" baseline="0" dirty="0">
                <a:latin typeface="TimesNewRomanPSMT"/>
              </a:rPr>
              <a:t>stock </a:t>
            </a:r>
            <a:r>
              <a:rPr lang="en-GB" sz="1800" b="0" i="0" u="none" strike="noStrike" baseline="0" dirty="0">
                <a:latin typeface="TimesNewRomanPSMT"/>
              </a:rPr>
              <a:t>image of Android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“</a:t>
            </a:r>
            <a:r>
              <a:rPr lang="en-GB" dirty="0">
                <a:solidFill>
                  <a:srgbClr val="FF0000"/>
                </a:solidFill>
              </a:rPr>
              <a:t>%20</a:t>
            </a:r>
            <a:r>
              <a:rPr lang="en-GB" dirty="0"/>
              <a:t>" in the http link presents a space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8DAEB-CB7B-578F-547C-EC4D0BA6DCC8}"/>
              </a:ext>
            </a:extLst>
          </p:cNvPr>
          <p:cNvSpPr txBox="1"/>
          <p:nvPr/>
        </p:nvSpPr>
        <p:spPr>
          <a:xfrm>
            <a:off x="986396" y="5506686"/>
            <a:ext cx="61761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https://corp.digitalcorpora.org/corpora/mobile/android_10</a:t>
            </a:r>
            <a:endParaRPr lang="en-US" sz="1200" dirty="0"/>
          </a:p>
          <a:p>
            <a:r>
              <a:rPr lang="en-US" sz="1200" dirty="0">
                <a:hlinkClick r:id="rId5"/>
              </a:rPr>
              <a:t>https://corp.digitalcorpora.org/corpora/mobile/android_13/</a:t>
            </a:r>
            <a:endParaRPr lang="en-US" sz="1200" dirty="0"/>
          </a:p>
          <a:p>
            <a:r>
              <a:rPr lang="en-US" sz="1200" dirty="0"/>
              <a:t>https://corp.digitalcorpora.org/corpora/mobile/android_14/</a:t>
            </a:r>
          </a:p>
          <a:p>
            <a:r>
              <a:rPr lang="en-US" sz="1200" dirty="0"/>
              <a:t>https://thebinaryhick.blog/public_images/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C02BBE-1461-FBB2-C927-035B4060CE1E}"/>
              </a:ext>
            </a:extLst>
          </p:cNvPr>
          <p:cNvSpPr txBox="1"/>
          <p:nvPr/>
        </p:nvSpPr>
        <p:spPr>
          <a:xfrm>
            <a:off x="4077484" y="4549381"/>
            <a:ext cx="617010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“</a:t>
            </a:r>
            <a:r>
              <a:rPr lang="en-GB" dirty="0">
                <a:solidFill>
                  <a:srgbClr val="FF0000"/>
                </a:solidFill>
              </a:rPr>
              <a:t>\</a:t>
            </a:r>
            <a:r>
              <a:rPr lang="en-GB" dirty="0"/>
              <a:t>" in file name as an Escape Character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714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FD7E4-8B64-4C1B-B295-CA3D5EB0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Verify hashes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5E54A-98CB-42ED-B054-7E3962EC6AC0}"/>
              </a:ext>
            </a:extLst>
          </p:cNvPr>
          <p:cNvSpPr txBox="1"/>
          <p:nvPr/>
        </p:nvSpPr>
        <p:spPr>
          <a:xfrm>
            <a:off x="838200" y="6096220"/>
            <a:ext cx="72984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none" strike="noStrike">
                <a:solidFill>
                  <a:srgbClr val="2970A6"/>
                </a:solidFill>
                <a:effectLst/>
                <a:latin typeface="Verdana" panose="020B0604030504040204" pitchFamily="34" charset="0"/>
                <a:hlinkClick r:id="rId3"/>
              </a:rPr>
              <a:t>SHA2-256: </a:t>
            </a:r>
            <a:r>
              <a:rPr lang="en-US" sz="1200" b="0" i="0">
                <a:solidFill>
                  <a:srgbClr val="555555"/>
                </a:solidFill>
                <a:effectLst/>
                <a:latin typeface="Verdana" panose="020B0604030504040204" pitchFamily="34" charset="0"/>
              </a:rPr>
              <a:t>ca6918ef8b20486b6a5ded15609ac51318f377829480f93be3ba15364a8aa00a</a:t>
            </a:r>
            <a:endParaRPr lang="en-US" sz="1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493297-AE46-4981-A5A3-704ECB472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137777"/>
            <a:ext cx="9022862" cy="22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54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7B7A-1381-47E9-AC8D-1E8AEEC24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unzip to get Pixel 3 image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A947F-A186-4B53-B5EE-2DA910CBF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77372"/>
            <a:ext cx="6546147" cy="20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65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7B7A-1381-47E9-AC8D-1E8AEEC24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unzip to get Pixel 3 image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A947F-A186-4B53-B5EE-2DA910CBF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77372"/>
            <a:ext cx="6546147" cy="20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33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758BF5-58C3-4201-BA87-7F229D24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Forensics: Data Source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45232-4E9E-4FA0-AA73-D932A67D0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 the locations may contain forensics data</a:t>
            </a:r>
          </a:p>
        </p:txBody>
      </p:sp>
    </p:spTree>
    <p:extLst>
      <p:ext uri="{BB962C8B-B14F-4D97-AF65-F5344CB8AC3E}">
        <p14:creationId xmlns:p14="http://schemas.microsoft.com/office/powerpoint/2010/main" val="2323005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4A83B4-9C06-6E43-CCF5-30658A68B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12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5514EA-D1B4-EE7D-B25E-9AA678685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78" y="416795"/>
            <a:ext cx="11191914" cy="62987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68DD2E-8036-4F7D-40BC-B846BF0A75BE}"/>
              </a:ext>
            </a:extLst>
          </p:cNvPr>
          <p:cNvSpPr txBox="1"/>
          <p:nvPr/>
        </p:nvSpPr>
        <p:spPr>
          <a:xfrm>
            <a:off x="2819533" y="332656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234CD9-4ACF-36A8-F9CC-F5FCF59918A5}"/>
              </a:ext>
            </a:extLst>
          </p:cNvPr>
          <p:cNvSpPr txBox="1"/>
          <p:nvPr/>
        </p:nvSpPr>
        <p:spPr>
          <a:xfrm>
            <a:off x="5375222" y="3326560"/>
            <a:ext cx="3854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5387A-8863-259C-9334-818CAFE427BE}"/>
              </a:ext>
            </a:extLst>
          </p:cNvPr>
          <p:cNvSpPr txBox="1"/>
          <p:nvPr/>
        </p:nvSpPr>
        <p:spPr>
          <a:xfrm>
            <a:off x="8220359" y="3326560"/>
            <a:ext cx="3854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42439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E0BC2D-72D7-BF37-DEF4-6ADFF2BD8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44" y="556280"/>
            <a:ext cx="10398055" cy="5852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1A9F42-6CEC-CED1-C1A8-297261EBA63B}"/>
              </a:ext>
            </a:extLst>
          </p:cNvPr>
          <p:cNvSpPr txBox="1"/>
          <p:nvPr/>
        </p:nvSpPr>
        <p:spPr>
          <a:xfrm>
            <a:off x="944201" y="3429000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1.1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6F939-7335-B8A3-26BE-CD454AD3D6C7}"/>
              </a:ext>
            </a:extLst>
          </p:cNvPr>
          <p:cNvSpPr txBox="1"/>
          <p:nvPr/>
        </p:nvSpPr>
        <p:spPr>
          <a:xfrm>
            <a:off x="2665491" y="3429000"/>
            <a:ext cx="6172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1.2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197DB9-697A-85DD-7844-136F3BACED90}"/>
              </a:ext>
            </a:extLst>
          </p:cNvPr>
          <p:cNvSpPr txBox="1"/>
          <p:nvPr/>
        </p:nvSpPr>
        <p:spPr>
          <a:xfrm>
            <a:off x="4747260" y="180993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46141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21704-F9A2-46BB-CD16-051ADCE8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System-Level Evidence: </a:t>
            </a:r>
            <a:r>
              <a:rPr lang="en-US" dirty="0">
                <a:solidFill>
                  <a:schemeClr val="accent5"/>
                </a:solidFill>
              </a:rPr>
              <a:t>/data/system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C0FA5F-F678-9EE3-A8CD-73BD9C9CF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022737"/>
              </p:ext>
            </p:extLst>
          </p:nvPr>
        </p:nvGraphicFramePr>
        <p:xfrm>
          <a:off x="838200" y="2440818"/>
          <a:ext cx="6334593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2003">
                  <a:extLst>
                    <a:ext uri="{9D8B030D-6E8A-4147-A177-3AD203B41FA5}">
                      <a16:colId xmlns:a16="http://schemas.microsoft.com/office/drawing/2014/main" val="3892662349"/>
                    </a:ext>
                  </a:extLst>
                </a:gridCol>
                <a:gridCol w="3672590">
                  <a:extLst>
                    <a:ext uri="{9D8B030D-6E8A-4147-A177-3AD203B41FA5}">
                      <a16:colId xmlns:a16="http://schemas.microsoft.com/office/drawing/2014/main" val="1133135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Representative</a:t>
                      </a:r>
                      <a:r>
                        <a:rPr lang="en-US" dirty="0"/>
                        <a:t> </a:t>
                      </a:r>
                      <a:r>
                        <a:rPr lang="en-US" b="1" dirty="0"/>
                        <a:t>Artifact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What it can tell the examiner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0220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packages.xml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Installed apps, UIDs, permissions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6281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settings_global.xml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Global device settings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2975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settings_secure.xml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Android ID and secure settings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9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locksettings.db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Lock-screen 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7788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usagestats/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 usage/activity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734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netstats/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Network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7311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Android user profiles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537268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CFDFBF9-A466-D01D-9BC7-7E812C7CB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3960" y="310674"/>
            <a:ext cx="2818151" cy="8959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172FC1-64BC-F450-386D-0181124CB583}"/>
              </a:ext>
            </a:extLst>
          </p:cNvPr>
          <p:cNvSpPr txBox="1"/>
          <p:nvPr/>
        </p:nvSpPr>
        <p:spPr>
          <a:xfrm>
            <a:off x="838200" y="1745139"/>
            <a:ext cx="734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Question: What was installed, configured, and used on this device?</a:t>
            </a:r>
            <a:endParaRPr lang="en-US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E0D94A-8D5D-5DC7-1EA0-557EE4B51C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518"/>
          <a:stretch>
            <a:fillRect/>
          </a:stretch>
        </p:blipFill>
        <p:spPr>
          <a:xfrm>
            <a:off x="7682406" y="2259184"/>
            <a:ext cx="3816333" cy="233963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324B8D4-AEEB-39CB-DEB2-187DA5893508}"/>
              </a:ext>
            </a:extLst>
          </p:cNvPr>
          <p:cNvGrpSpPr/>
          <p:nvPr/>
        </p:nvGrpSpPr>
        <p:grpSpPr>
          <a:xfrm>
            <a:off x="7306926" y="1326299"/>
            <a:ext cx="3247200" cy="3351600"/>
            <a:chOff x="7306926" y="1326299"/>
            <a:chExt cx="3247200" cy="335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509BA47-4C58-B24A-D6B9-6592D55FFD30}"/>
                    </a:ext>
                  </a:extLst>
                </p14:cNvPr>
                <p14:cNvContentPartPr/>
                <p14:nvPr/>
              </p14:nvContentPartPr>
              <p14:xfrm>
                <a:off x="8003166" y="1326299"/>
                <a:ext cx="2550960" cy="2080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509BA47-4C58-B24A-D6B9-6592D55FFD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85166" y="1308659"/>
                  <a:ext cx="2586600" cy="21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CDE1DE2-3C11-DC9D-6C81-F7D0549DC1C8}"/>
                    </a:ext>
                  </a:extLst>
                </p14:cNvPr>
                <p14:cNvContentPartPr/>
                <p14:nvPr/>
              </p14:nvContentPartPr>
              <p14:xfrm>
                <a:off x="7959606" y="3246899"/>
                <a:ext cx="345960" cy="203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CDE1DE2-3C11-DC9D-6C81-F7D0549DC1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41966" y="3229259"/>
                  <a:ext cx="381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B1FE910-9E7B-B918-54E7-B2C74AB6E294}"/>
                    </a:ext>
                  </a:extLst>
                </p14:cNvPr>
                <p14:cNvContentPartPr/>
                <p14:nvPr/>
              </p14:nvContentPartPr>
              <p14:xfrm>
                <a:off x="7306926" y="3402059"/>
                <a:ext cx="1442160" cy="127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B1FE910-9E7B-B918-54E7-B2C74AB6E2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88926" y="3384419"/>
                  <a:ext cx="1477800" cy="131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114717B-B4E1-51B5-1586-3461EB125531}"/>
                  </a:ext>
                </a:extLst>
              </p14:cNvPr>
              <p14:cNvContentPartPr/>
              <p14:nvPr/>
            </p14:nvContentPartPr>
            <p14:xfrm>
              <a:off x="9121686" y="5500139"/>
              <a:ext cx="360" cy="1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114717B-B4E1-51B5-1586-3461EB1255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03686" y="5482139"/>
                <a:ext cx="36000" cy="3744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83242891-93D7-9815-804D-BB90AE3B6231}"/>
              </a:ext>
            </a:extLst>
          </p:cNvPr>
          <p:cNvSpPr txBox="1"/>
          <p:nvPr/>
        </p:nvSpPr>
        <p:spPr>
          <a:xfrm>
            <a:off x="7548273" y="3503748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611872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479CCC-C199-5ECF-C00B-2D420EBA7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18" y="559763"/>
            <a:ext cx="10600105" cy="59657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4B2386-F4F1-36BB-C18C-D6DEDDBEF12D}"/>
              </a:ext>
            </a:extLst>
          </p:cNvPr>
          <p:cNvSpPr txBox="1"/>
          <p:nvPr/>
        </p:nvSpPr>
        <p:spPr>
          <a:xfrm>
            <a:off x="3946481" y="1828800"/>
            <a:ext cx="71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1.2.1</a:t>
            </a:r>
          </a:p>
        </p:txBody>
      </p:sp>
    </p:spTree>
    <p:extLst>
      <p:ext uri="{BB962C8B-B14F-4D97-AF65-F5344CB8AC3E}">
        <p14:creationId xmlns:p14="http://schemas.microsoft.com/office/powerpoint/2010/main" val="4003723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3E1723-D922-7BA0-674B-DC37AF24D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30" y="490511"/>
            <a:ext cx="10442407" cy="58769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328265-BDAF-A733-0739-025D22ABC79B}"/>
              </a:ext>
            </a:extLst>
          </p:cNvPr>
          <p:cNvSpPr txBox="1"/>
          <p:nvPr/>
        </p:nvSpPr>
        <p:spPr>
          <a:xfrm>
            <a:off x="2383551" y="1836420"/>
            <a:ext cx="352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79091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F11D6A-4055-163D-3DA7-9A07E6FC3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Artifact → Location → Forensic Question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13161A-AFE9-BEF2-31B9-74C2A2725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922272"/>
              </p:ext>
            </p:extLst>
          </p:nvPr>
        </p:nvGraphicFramePr>
        <p:xfrm>
          <a:off x="838200" y="2545874"/>
          <a:ext cx="1051560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0760">
                  <a:extLst>
                    <a:ext uri="{9D8B030D-6E8A-4147-A177-3AD203B41FA5}">
                      <a16:colId xmlns:a16="http://schemas.microsoft.com/office/drawing/2014/main" val="304998981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3722815858"/>
                    </a:ext>
                  </a:extLst>
                </a:gridCol>
                <a:gridCol w="4221480">
                  <a:extLst>
                    <a:ext uri="{9D8B030D-6E8A-4147-A177-3AD203B41FA5}">
                      <a16:colId xmlns:a16="http://schemas.microsoft.com/office/drawing/2014/main" val="2248040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Artifact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Forensic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672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packages.xml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/data/system/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What apps were installed?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000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settings_global.xml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/data/system/users/0/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What was the device configuration?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620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settings_secure.xml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/data/system/users/0/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What device/user identifiers existed?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888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usagestats/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/data/system/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Which apps were recently used?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881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App *.db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/data/user/0/&lt;package&gt;/databases/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What did the user do inside the app?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349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361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4BA0C7-A7F3-79E1-6BBF-5488BE0C5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34183-3C0A-CBF9-5113-AC8DFC148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5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C0264B-780F-4E3C-9B24-AD7DB7690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24" y="1385647"/>
            <a:ext cx="6707652" cy="46064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7C9779-3CD4-4CE3-B920-1336E01BA4EB}"/>
              </a:ext>
            </a:extLst>
          </p:cNvPr>
          <p:cNvSpPr txBox="1"/>
          <p:nvPr/>
        </p:nvSpPr>
        <p:spPr>
          <a:xfrm>
            <a:off x="7345680" y="742870"/>
            <a:ext cx="4274820" cy="20621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C3E3E"/>
                </a:solidFill>
                <a:latin typeface="charter"/>
              </a:rPr>
              <a:t>To </a:t>
            </a:r>
            <a:r>
              <a:rPr lang="en-GB" sz="1600" b="0" i="0" dirty="0">
                <a:solidFill>
                  <a:srgbClr val="3C3E3E"/>
                </a:solidFill>
                <a:effectLst/>
                <a:latin typeface="charter"/>
              </a:rPr>
              <a:t>speed up security updates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Android Pony </a:t>
            </a:r>
            <a:r>
              <a:rPr lang="en-GB" sz="1600" dirty="0" err="1"/>
              <a:t>EXpress</a:t>
            </a:r>
            <a:r>
              <a:rPr lang="en-GB" sz="1600" dirty="0"/>
              <a:t> (APEX) is a container format introduced in Android 10 that is used in the install flow for lower-level system modules.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3C3E3E"/>
                </a:solidFill>
                <a:effectLst/>
                <a:latin typeface="charter"/>
              </a:rPr>
              <a:t>This format facilitates the updates of system components that don’t fit into the standard Android application model.</a:t>
            </a:r>
            <a:r>
              <a:rPr lang="en-GB" sz="1600" dirty="0"/>
              <a:t> </a:t>
            </a:r>
            <a:endParaRPr lang="en-US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D116A5-9BF6-413C-9131-9054C25888D9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227320" y="1773922"/>
            <a:ext cx="2118360" cy="794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3BF6B1E-3544-48D7-A8EE-D7E9113290F9}"/>
              </a:ext>
            </a:extLst>
          </p:cNvPr>
          <p:cNvSpPr txBox="1"/>
          <p:nvPr/>
        </p:nvSpPr>
        <p:spPr>
          <a:xfrm>
            <a:off x="7399020" y="3447514"/>
            <a:ext cx="42214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/>
              <a:t>run commands(</a:t>
            </a:r>
            <a:r>
              <a:rPr lang="en-US" err="1">
                <a:solidFill>
                  <a:srgbClr val="FF0000"/>
                </a:solidFill>
              </a:rPr>
              <a:t>rc</a:t>
            </a:r>
            <a:r>
              <a:rPr lang="en-US"/>
              <a:t>): OS </a:t>
            </a:r>
            <a:r>
              <a:rPr lang="en-GB"/>
              <a:t>boot script</a:t>
            </a:r>
            <a:r>
              <a:rPr lang="en-US"/>
              <a:t>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E7EF29-4866-4602-9E38-682627D2C606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474970" y="3254624"/>
            <a:ext cx="1924050" cy="377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E2809B8-75F0-4D82-B080-EA1FEC4FC8E5}"/>
              </a:ext>
            </a:extLst>
          </p:cNvPr>
          <p:cNvSpPr txBox="1"/>
          <p:nvPr/>
        </p:nvSpPr>
        <p:spPr>
          <a:xfrm>
            <a:off x="7399020" y="4078724"/>
            <a:ext cx="42214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/>
              <a:t>mount point for other file systems</a:t>
            </a:r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7B4A27-BF35-4FBD-89A6-BD3E481EEE69}"/>
              </a:ext>
            </a:extLst>
          </p:cNvPr>
          <p:cNvCxnSpPr>
            <a:stCxn id="14" idx="1"/>
          </p:cNvCxnSpPr>
          <p:nvPr/>
        </p:nvCxnSpPr>
        <p:spPr>
          <a:xfrm flipH="1">
            <a:off x="5227320" y="4263390"/>
            <a:ext cx="2171700" cy="255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1B92682-C658-48B2-B3A3-00E58D5AC8F1}"/>
              </a:ext>
            </a:extLst>
          </p:cNvPr>
          <p:cNvSpPr txBox="1"/>
          <p:nvPr/>
        </p:nvSpPr>
        <p:spPr>
          <a:xfrm>
            <a:off x="7399020" y="5117127"/>
            <a:ext cx="41529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/>
              <a:t>binaries for several important daemons.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5D91CA-2AFC-4CBE-8B88-4C138EB96DA8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135880" y="5196840"/>
            <a:ext cx="2263140" cy="104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4EED142-3506-4FE7-A433-8EABCD439633}"/>
              </a:ext>
            </a:extLst>
          </p:cNvPr>
          <p:cNvSpPr txBox="1"/>
          <p:nvPr/>
        </p:nvSpPr>
        <p:spPr>
          <a:xfrm>
            <a:off x="7399020" y="4673084"/>
            <a:ext cx="42214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/>
              <a:t>Resource, e.g., layout, </a:t>
            </a:r>
            <a:r>
              <a:rPr lang="en-GB" err="1"/>
              <a:t>color</a:t>
            </a:r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2EAC7BC-6C08-414C-912E-3D5F49259A05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5227320" y="4857750"/>
            <a:ext cx="2171700" cy="114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3E3A575-D5F8-4B52-B616-73E9BF2F48CB}"/>
              </a:ext>
            </a:extLst>
          </p:cNvPr>
          <p:cNvSpPr txBox="1"/>
          <p:nvPr/>
        </p:nvSpPr>
        <p:spPr>
          <a:xfrm>
            <a:off x="3855720" y="1714500"/>
            <a:ext cx="79105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device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550B5E7-09A1-467A-838D-54C8A7A71DCC}"/>
              </a:ext>
            </a:extLst>
          </p:cNvPr>
          <p:cNvCxnSpPr>
            <a:cxnSpLocks/>
          </p:cNvCxnSpPr>
          <p:nvPr/>
        </p:nvCxnSpPr>
        <p:spPr>
          <a:xfrm flipH="1">
            <a:off x="2278380" y="1899166"/>
            <a:ext cx="1577341" cy="268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5DA4A75-EF26-4925-A540-41B20F8FD4B3}"/>
              </a:ext>
            </a:extLst>
          </p:cNvPr>
          <p:cNvSpPr txBox="1"/>
          <p:nvPr/>
        </p:nvSpPr>
        <p:spPr>
          <a:xfrm>
            <a:off x="369323" y="1009489"/>
            <a:ext cx="180453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/>
              <a:t>list root directory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C1026C-2937-4BAA-ADF2-9D75223C6C65}"/>
              </a:ext>
            </a:extLst>
          </p:cNvPr>
          <p:cNvSpPr txBox="1"/>
          <p:nvPr/>
        </p:nvSpPr>
        <p:spPr>
          <a:xfrm>
            <a:off x="7372350" y="5700147"/>
            <a:ext cx="41529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Android OS (AOSP), exclude Google services 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A64FB6-F240-4474-BEBF-5D148AE07333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5345723" y="5408246"/>
            <a:ext cx="2026627" cy="615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BAC36C9-BF8A-C088-FC12-A549417B1A16}"/>
              </a:ext>
            </a:extLst>
          </p:cNvPr>
          <p:cNvCxnSpPr>
            <a:cxnSpLocks/>
          </p:cNvCxnSpPr>
          <p:nvPr/>
        </p:nvCxnSpPr>
        <p:spPr>
          <a:xfrm flipH="1" flipV="1">
            <a:off x="5305425" y="2829738"/>
            <a:ext cx="1792951" cy="338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52A9DF-BFA2-A2FE-5B10-28895BDDA95E}"/>
              </a:ext>
            </a:extLst>
          </p:cNvPr>
          <p:cNvSpPr txBox="1"/>
          <p:nvPr/>
        </p:nvSpPr>
        <p:spPr>
          <a:xfrm>
            <a:off x="7372350" y="2968722"/>
            <a:ext cx="42214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the most important folder</a:t>
            </a:r>
          </a:p>
        </p:txBody>
      </p:sp>
    </p:spTree>
    <p:extLst>
      <p:ext uri="{BB962C8B-B14F-4D97-AF65-F5344CB8AC3E}">
        <p14:creationId xmlns:p14="http://schemas.microsoft.com/office/powerpoint/2010/main" val="1345239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9287AD-C5F6-2E79-7E32-29D94BF51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39" y="496558"/>
            <a:ext cx="10420921" cy="586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9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F4A4-1CE3-47D6-A954-6C249D40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/System: </a:t>
            </a:r>
            <a:r>
              <a:rPr lang="en-US"/>
              <a:t>Android OS Project (AOSP)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04B625-C3BA-40BB-BE4B-21716C7D6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63950"/>
            <a:ext cx="5887834" cy="3436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AE95FE-3427-4F32-BF78-7341AEBA39B2}"/>
              </a:ext>
            </a:extLst>
          </p:cNvPr>
          <p:cNvSpPr txBox="1"/>
          <p:nvPr/>
        </p:nvSpPr>
        <p:spPr>
          <a:xfrm>
            <a:off x="4038600" y="2403806"/>
            <a:ext cx="24536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b="0" i="0" dirty="0">
                <a:effectLst/>
                <a:latin typeface="roboto"/>
              </a:rPr>
              <a:t>"rooting" is required to modify the contents of this partition.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3979E-828B-44B0-BCFF-85FB351A1506}"/>
              </a:ext>
            </a:extLst>
          </p:cNvPr>
          <p:cNvSpPr txBox="1"/>
          <p:nvPr/>
        </p:nvSpPr>
        <p:spPr>
          <a:xfrm>
            <a:off x="7442314" y="2108836"/>
            <a:ext cx="369812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roboto"/>
              </a:rPr>
              <a:t>Android OS pre-installed </a:t>
            </a:r>
            <a:r>
              <a:rPr lang="en-GB" sz="1600" dirty="0">
                <a:latin typeface="roboto"/>
              </a:rPr>
              <a:t>bloatware  </a:t>
            </a:r>
            <a:r>
              <a:rPr lang="en-US" sz="1600" dirty="0">
                <a:latin typeface="roboto"/>
              </a:rPr>
              <a:t>apps, often can’t uninstall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665F4C-874D-478B-96BB-797DAC14FB0E}"/>
              </a:ext>
            </a:extLst>
          </p:cNvPr>
          <p:cNvCxnSpPr>
            <a:cxnSpLocks/>
          </p:cNvCxnSpPr>
          <p:nvPr/>
        </p:nvCxnSpPr>
        <p:spPr>
          <a:xfrm flipH="1">
            <a:off x="5798820" y="2682240"/>
            <a:ext cx="1562100" cy="662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4F595B8-4AB1-44F1-BA5E-EC04FABB8BFD}"/>
              </a:ext>
            </a:extLst>
          </p:cNvPr>
          <p:cNvSpPr txBox="1"/>
          <p:nvPr/>
        </p:nvSpPr>
        <p:spPr>
          <a:xfrm>
            <a:off x="7442314" y="3175903"/>
            <a:ext cx="3698126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>
                <a:latin typeface="roboto"/>
              </a:rPr>
              <a:t>executable binaries, daemons or bash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BAD0DC-E430-43BF-91E4-CEEA989E1520}"/>
              </a:ext>
            </a:extLst>
          </p:cNvPr>
          <p:cNvCxnSpPr>
            <a:stCxn id="13" idx="1"/>
          </p:cNvCxnSpPr>
          <p:nvPr/>
        </p:nvCxnSpPr>
        <p:spPr>
          <a:xfrm flipH="1">
            <a:off x="5798820" y="3345180"/>
            <a:ext cx="1643494" cy="16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C3AFB7D-107D-4BCF-9FCF-FDBA1DBC8A2D}"/>
              </a:ext>
            </a:extLst>
          </p:cNvPr>
          <p:cNvSpPr txBox="1"/>
          <p:nvPr/>
        </p:nvSpPr>
        <p:spPr>
          <a:xfrm>
            <a:off x="7442314" y="3763328"/>
            <a:ext cx="3698126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>
                <a:latin typeface="roboto"/>
              </a:rPr>
              <a:t>App Framework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0F233C0-E3F1-49F3-AF8D-ABBF57ED71E2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6303124" y="3932605"/>
            <a:ext cx="1139190" cy="523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6430732-425F-47B3-AA93-BF3F81A15EF6}"/>
              </a:ext>
            </a:extLst>
          </p:cNvPr>
          <p:cNvSpPr txBox="1"/>
          <p:nvPr/>
        </p:nvSpPr>
        <p:spPr>
          <a:xfrm>
            <a:off x="7442314" y="4780461"/>
            <a:ext cx="369812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202124"/>
                </a:solidFill>
                <a:effectLst/>
                <a:latin typeface="Roboto"/>
              </a:rPr>
              <a:t>Privileged apps, apps that are </a:t>
            </a:r>
            <a:r>
              <a:rPr lang="en-US" sz="1600" b="0" i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eligible for system permissions</a:t>
            </a:r>
            <a:endParaRPr lang="en-US" sz="1600">
              <a:solidFill>
                <a:srgbClr val="202124"/>
              </a:solidFill>
              <a:latin typeface="Roboto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549D182-8A7F-45FD-A7DB-CFF038D15631}"/>
              </a:ext>
            </a:extLst>
          </p:cNvPr>
          <p:cNvCxnSpPr>
            <a:cxnSpLocks/>
          </p:cNvCxnSpPr>
          <p:nvPr/>
        </p:nvCxnSpPr>
        <p:spPr>
          <a:xfrm flipH="1">
            <a:off x="6303124" y="5083487"/>
            <a:ext cx="1057796" cy="85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AF7499F-569B-4BE2-A9D4-93E48E95E6C9}"/>
              </a:ext>
            </a:extLst>
          </p:cNvPr>
          <p:cNvSpPr txBox="1"/>
          <p:nvPr/>
        </p:nvSpPr>
        <p:spPr>
          <a:xfrm>
            <a:off x="7442314" y="5627371"/>
            <a:ext cx="3698126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/>
              <a:t>all system-wide, read-only files installed by (or provided by) the OS</a:t>
            </a:r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0D67523-B897-46B4-8086-03BCDFCBC965}"/>
              </a:ext>
            </a:extLst>
          </p:cNvPr>
          <p:cNvCxnSpPr/>
          <p:nvPr/>
        </p:nvCxnSpPr>
        <p:spPr>
          <a:xfrm flipH="1" flipV="1">
            <a:off x="5798820" y="5417820"/>
            <a:ext cx="1643494" cy="502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32710B-1FA7-404D-A106-B6791979CC92}"/>
              </a:ext>
            </a:extLst>
          </p:cNvPr>
          <p:cNvSpPr txBox="1"/>
          <p:nvPr/>
        </p:nvSpPr>
        <p:spPr>
          <a:xfrm>
            <a:off x="7442314" y="4271159"/>
            <a:ext cx="3698126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latin typeface="roboto"/>
              </a:rPr>
              <a:t>native libraries (C/C++; DLL)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D7AED0-B385-4814-913D-27C919A72C64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5745480" y="4440436"/>
            <a:ext cx="1696834" cy="248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5F07305-A1B2-48A5-A082-327E228B96C8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5888877" y="4440436"/>
            <a:ext cx="1553437" cy="448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D1C9450-7DD0-6F05-E839-76420B6C2736}"/>
              </a:ext>
            </a:extLst>
          </p:cNvPr>
          <p:cNvSpPr txBox="1"/>
          <p:nvPr/>
        </p:nvSpPr>
        <p:spPr>
          <a:xfrm>
            <a:off x="838200" y="5812037"/>
            <a:ext cx="49606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dirty="0">
                <a:solidFill>
                  <a:srgbClr val="FF0000"/>
                </a:solidFill>
                <a:effectLst/>
                <a:latin typeface="roboto"/>
              </a:rPr>
              <a:t>It is less likely that you need to investigate the folder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44C6EC-AEEE-7184-9C3D-2EC2555CA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142" y="146045"/>
            <a:ext cx="3094769" cy="87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06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2B50-8296-4E34-9531-D3DDE282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solidFill>
                  <a:srgbClr val="FF0000"/>
                </a:solidFill>
              </a:rPr>
              <a:t>/data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AED98-B798-34C5-397E-877BE9438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69397" cy="4351338"/>
          </a:xfrm>
        </p:spPr>
        <p:txBody>
          <a:bodyPr/>
          <a:lstStyle/>
          <a:p>
            <a:pPr marL="285750" indent="-285750"/>
            <a:r>
              <a:rPr lang="en-US" sz="2000" dirty="0">
                <a:solidFill>
                  <a:srgbClr val="7030A0"/>
                </a:solidFill>
              </a:rPr>
              <a:t>Android apps </a:t>
            </a:r>
          </a:p>
          <a:p>
            <a:pPr marL="285750" indent="-285750"/>
            <a:r>
              <a:rPr lang="en-US" sz="2000" dirty="0"/>
              <a:t>App-generated data </a:t>
            </a:r>
          </a:p>
          <a:p>
            <a:pPr marL="285750" indent="-285750"/>
            <a:r>
              <a:rPr lang="en-US" sz="2000" dirty="0"/>
              <a:t>System service data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1DE4E-88CF-46B5-A6DB-FA90F88E3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815" y="640080"/>
            <a:ext cx="5663772" cy="55788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EA7B72-9D9E-BC0C-DACC-0557ABA0BBC8}"/>
              </a:ext>
            </a:extLst>
          </p:cNvPr>
          <p:cNvSpPr txBox="1"/>
          <p:nvPr/>
        </p:nvSpPr>
        <p:spPr>
          <a:xfrm>
            <a:off x="10040814" y="1588659"/>
            <a:ext cx="1997387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downloaded .</a:t>
            </a:r>
            <a:r>
              <a:rPr lang="en-GB" sz="1600" b="1" dirty="0" err="1"/>
              <a:t>apk</a:t>
            </a:r>
            <a:r>
              <a:rPr lang="en-GB" sz="1600" b="1" dirty="0"/>
              <a:t> </a:t>
            </a:r>
            <a:r>
              <a:rPr lang="en-GB" sz="1600" dirty="0"/>
              <a:t>from</a:t>
            </a:r>
            <a:r>
              <a:rPr lang="en-GB" sz="1600" b="1" dirty="0"/>
              <a:t> </a:t>
            </a:r>
            <a:r>
              <a:rPr lang="en-GB" sz="1600" dirty="0"/>
              <a:t>Google Play Store     </a:t>
            </a:r>
            <a:endParaRPr lang="en-US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367E269-7F99-EAA3-70DD-D8DDBD0C412D}"/>
              </a:ext>
            </a:extLst>
          </p:cNvPr>
          <p:cNvCxnSpPr/>
          <p:nvPr/>
        </p:nvCxnSpPr>
        <p:spPr>
          <a:xfrm flipH="1">
            <a:off x="9636369" y="1899138"/>
            <a:ext cx="404446" cy="21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DB88A7-F73F-B085-1E2D-3CF636E313D8}"/>
              </a:ext>
            </a:extLst>
          </p:cNvPr>
          <p:cNvSpPr txBox="1"/>
          <p:nvPr/>
        </p:nvSpPr>
        <p:spPr>
          <a:xfrm>
            <a:off x="10040815" y="2542310"/>
            <a:ext cx="1690077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installed apps/generated data </a:t>
            </a:r>
            <a:endParaRPr lang="en-US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03A4FE-BC65-7851-2F83-AD9B9EAC6514}"/>
              </a:ext>
            </a:extLst>
          </p:cNvPr>
          <p:cNvCxnSpPr/>
          <p:nvPr/>
        </p:nvCxnSpPr>
        <p:spPr>
          <a:xfrm flipH="1">
            <a:off x="9636369" y="2718565"/>
            <a:ext cx="404446" cy="21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674896-CA4E-E759-E7BD-88249895A879}"/>
              </a:ext>
            </a:extLst>
          </p:cNvPr>
          <p:cNvSpPr txBox="1"/>
          <p:nvPr/>
        </p:nvSpPr>
        <p:spPr>
          <a:xfrm>
            <a:off x="10271369" y="4352337"/>
            <a:ext cx="1459523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system config/ logs </a:t>
            </a:r>
            <a:endParaRPr lang="en-US" sz="16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A38459-5653-1CE1-C601-5BE403685ECD}"/>
              </a:ext>
            </a:extLst>
          </p:cNvPr>
          <p:cNvCxnSpPr/>
          <p:nvPr/>
        </p:nvCxnSpPr>
        <p:spPr>
          <a:xfrm flipH="1">
            <a:off x="9866923" y="4528592"/>
            <a:ext cx="404446" cy="21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153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8E010-D4F8-F1FB-8D68-E57F355B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F843B-BE86-64FE-896A-734B27F4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C00000"/>
                </a:solidFill>
              </a:rPr>
              <a:t>data/system </a:t>
            </a:r>
            <a:r>
              <a:rPr lang="en-US" dirty="0"/>
              <a:t>— Android system state and configuration</a:t>
            </a:r>
            <a:endParaRPr lang="en-US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EC311-1D12-B854-F7EB-DAB3818BC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0361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Stores </a:t>
            </a:r>
            <a:r>
              <a:rPr lang="en-US" b="1" dirty="0"/>
              <a:t>system-service configuration and state</a:t>
            </a:r>
          </a:p>
          <a:p>
            <a:pPr lvl="1"/>
            <a:r>
              <a:rPr lang="en-US" dirty="0"/>
              <a:t>e.g., package, user, lock-screen, usage, notification, and network-related artifacts. </a:t>
            </a:r>
          </a:p>
          <a:p>
            <a:pPr lvl="0"/>
            <a:r>
              <a:rPr lang="en-US" dirty="0"/>
              <a:t>Contains many </a:t>
            </a:r>
            <a:r>
              <a:rPr lang="en-US" b="1" dirty="0"/>
              <a:t>forensically useful files and databases</a:t>
            </a:r>
            <a:r>
              <a:rPr lang="en-US" dirty="0"/>
              <a:t>, for example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e.g</a:t>
            </a:r>
            <a:r>
              <a:rPr lang="en-US" dirty="0"/>
              <a:t>, </a:t>
            </a:r>
            <a:r>
              <a:rPr lang="en-US" dirty="0">
                <a:latin typeface="Arial Narrow" panose="020B0606020202030204" pitchFamily="34" charset="0"/>
              </a:rPr>
              <a:t>packages.xml</a:t>
            </a:r>
            <a:r>
              <a:rPr lang="en-US" dirty="0"/>
              <a:t>, </a:t>
            </a:r>
            <a:r>
              <a:rPr lang="en-US" dirty="0" err="1">
                <a:latin typeface="Arial Narrow" panose="020B0606020202030204" pitchFamily="34" charset="0"/>
              </a:rPr>
              <a:t>locksettings.db</a:t>
            </a:r>
            <a:r>
              <a:rPr lang="en-US" dirty="0"/>
              <a:t>, </a:t>
            </a:r>
            <a:r>
              <a:rPr lang="en-US" dirty="0" err="1">
                <a:latin typeface="Arial Narrow" panose="020B0606020202030204" pitchFamily="34" charset="0"/>
              </a:rPr>
              <a:t>usagestats</a:t>
            </a:r>
            <a:r>
              <a:rPr lang="en-US" dirty="0">
                <a:latin typeface="Arial Narrow" panose="020B0606020202030204" pitchFamily="34" charset="0"/>
              </a:rPr>
              <a:t>/</a:t>
            </a:r>
            <a:r>
              <a:rPr lang="en-US" dirty="0"/>
              <a:t>, </a:t>
            </a:r>
            <a:r>
              <a:rPr lang="en-US" dirty="0">
                <a:latin typeface="Arial Narrow" panose="020B0606020202030204" pitchFamily="34" charset="0"/>
              </a:rPr>
              <a:t>netstats/</a:t>
            </a:r>
            <a:r>
              <a:rPr lang="en-US" dirty="0"/>
              <a:t>, and user configuration files. </a:t>
            </a:r>
          </a:p>
          <a:p>
            <a:pPr lvl="0"/>
            <a:r>
              <a:rPr lang="en-US" dirty="0"/>
              <a:t>Access is normally restricted while Android is running; </a:t>
            </a:r>
            <a:r>
              <a:rPr lang="en-US" b="1" dirty="0"/>
              <a:t>root, privileged access, or a forensic file-system extraction</a:t>
            </a:r>
            <a:r>
              <a:rPr lang="en-US" dirty="0"/>
              <a:t> is typically needed to examine the directory directly. </a:t>
            </a:r>
          </a:p>
          <a:p>
            <a:pPr lvl="0"/>
            <a:r>
              <a:rPr lang="en-US" dirty="0"/>
              <a:t>On modern Android with File-Based Encryption, related per-user system data may also appear in: 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/data/system/users/&lt;</a:t>
            </a:r>
            <a:r>
              <a:rPr lang="en-US" dirty="0" err="1">
                <a:latin typeface="Arial Narrow" panose="020B0606020202030204" pitchFamily="34" charset="0"/>
              </a:rPr>
              <a:t>userID</a:t>
            </a:r>
            <a:r>
              <a:rPr lang="en-US" dirty="0">
                <a:latin typeface="Arial Narrow" panose="020B0606020202030204" pitchFamily="34" charset="0"/>
              </a:rPr>
              <a:t>&gt;/ 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/data/</a:t>
            </a:r>
            <a:r>
              <a:rPr lang="en-US" dirty="0" err="1">
                <a:latin typeface="Arial Narrow" panose="020B0606020202030204" pitchFamily="34" charset="0"/>
              </a:rPr>
              <a:t>system_ce</a:t>
            </a:r>
            <a:r>
              <a:rPr lang="en-US" dirty="0">
                <a:latin typeface="Arial Narrow" panose="020B0606020202030204" pitchFamily="34" charset="0"/>
              </a:rPr>
              <a:t>/&lt;</a:t>
            </a:r>
            <a:r>
              <a:rPr lang="en-US" dirty="0" err="1">
                <a:latin typeface="Arial Narrow" panose="020B0606020202030204" pitchFamily="34" charset="0"/>
              </a:rPr>
              <a:t>userID</a:t>
            </a:r>
            <a:r>
              <a:rPr lang="en-US" dirty="0">
                <a:latin typeface="Arial Narrow" panose="020B0606020202030204" pitchFamily="34" charset="0"/>
              </a:rPr>
              <a:t>&gt;/ </a:t>
            </a:r>
            <a:r>
              <a:rPr lang="en-US" dirty="0"/>
              <a:t>— credential-encrypted 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/data/</a:t>
            </a:r>
            <a:r>
              <a:rPr lang="en-US" dirty="0" err="1">
                <a:latin typeface="Arial Narrow" panose="020B0606020202030204" pitchFamily="34" charset="0"/>
              </a:rPr>
              <a:t>system_de</a:t>
            </a:r>
            <a:r>
              <a:rPr lang="en-US" dirty="0">
                <a:latin typeface="Arial Narrow" panose="020B0606020202030204" pitchFamily="34" charset="0"/>
              </a:rPr>
              <a:t>/&lt;</a:t>
            </a:r>
            <a:r>
              <a:rPr lang="en-US" dirty="0" err="1">
                <a:latin typeface="Arial Narrow" panose="020B0606020202030204" pitchFamily="34" charset="0"/>
              </a:rPr>
              <a:t>userID</a:t>
            </a:r>
            <a:r>
              <a:rPr lang="en-US" dirty="0">
                <a:latin typeface="Arial Narrow" panose="020B0606020202030204" pitchFamily="34" charset="0"/>
              </a:rPr>
              <a:t>&gt;/ </a:t>
            </a:r>
            <a:r>
              <a:rPr lang="en-US" dirty="0"/>
              <a:t>— device-encrypted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551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2AAE-B936-47A0-A415-84BC7B4B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C00000"/>
                </a:solidFill>
              </a:rPr>
              <a:t>data/system </a:t>
            </a:r>
            <a:r>
              <a:rPr lang="en-US" dirty="0"/>
              <a:t>— System State &amp; Configuration</a:t>
            </a:r>
            <a:endParaRPr lang="en-US" i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DA920-D0F2-47B7-AFD4-CAE821D98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" y="1846353"/>
            <a:ext cx="12093988" cy="27053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E949FB-6F95-99FA-2ABB-4E6780CC4C04}"/>
              </a:ext>
            </a:extLst>
          </p:cNvPr>
          <p:cNvSpPr txBox="1"/>
          <p:nvPr/>
        </p:nvSpPr>
        <p:spPr>
          <a:xfrm>
            <a:off x="1102525" y="5003067"/>
            <a:ext cx="8441575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Do not confuse </a:t>
            </a:r>
            <a:r>
              <a:rPr lang="en-US" sz="2000" dirty="0">
                <a:latin typeface="Arial Narrow" panose="020B0606020202030204" pitchFamily="34" charset="0"/>
              </a:rPr>
              <a:t>/data/system </a:t>
            </a:r>
            <a:r>
              <a:rPr lang="en-US" sz="2000" dirty="0"/>
              <a:t>with </a:t>
            </a:r>
            <a:r>
              <a:rPr lang="en-US" sz="2000" dirty="0">
                <a:latin typeface="+mn-lt"/>
              </a:rPr>
              <a:t>/system</a:t>
            </a:r>
            <a:r>
              <a:rPr lang="en-US" sz="2000" dirty="0"/>
              <a:t>: </a:t>
            </a:r>
            <a:r>
              <a:rPr lang="en-US" sz="2000" dirty="0">
                <a:latin typeface="Arial Narrow" panose="020B0606020202030204" pitchFamily="34" charset="0"/>
              </a:rPr>
              <a:t>/data/system </a:t>
            </a:r>
            <a:r>
              <a:rPr lang="en-US" sz="2000" dirty="0"/>
              <a:t>contains mutable device state; </a:t>
            </a:r>
            <a:r>
              <a:rPr lang="en-US" sz="2000" dirty="0">
                <a:latin typeface="Arial Narrow" panose="020B0606020202030204" pitchFamily="34" charset="0"/>
              </a:rPr>
              <a:t>/system </a:t>
            </a:r>
            <a:r>
              <a:rPr lang="en-US" sz="2000" dirty="0"/>
              <a:t>mainly contains Android OS files.</a:t>
            </a:r>
          </a:p>
        </p:txBody>
      </p:sp>
    </p:spTree>
    <p:extLst>
      <p:ext uri="{BB962C8B-B14F-4D97-AF65-F5344CB8AC3E}">
        <p14:creationId xmlns:p14="http://schemas.microsoft.com/office/powerpoint/2010/main" val="3192494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19632F-FC45-CB39-5F33-39803D3BA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Android Configuration &amp; Artifact File Formats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E5F4C5-847D-75D3-2C1B-DC85840FE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b="1" dirty="0"/>
              <a:t>XML</a:t>
            </a:r>
            <a:r>
              <a:rPr lang="en-US" dirty="0"/>
              <a:t> : Common for system and application settings 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latin typeface="Arial Narrow" panose="020B0606020202030204" pitchFamily="34" charset="0"/>
              </a:rPr>
              <a:t>packages.xml</a:t>
            </a:r>
            <a:r>
              <a:rPr lang="en-US" dirty="0"/>
              <a:t>, </a:t>
            </a:r>
            <a:r>
              <a:rPr lang="en-US" dirty="0">
                <a:latin typeface="Arial Narrow" panose="020B0606020202030204" pitchFamily="34" charset="0"/>
              </a:rPr>
              <a:t>appops.xml</a:t>
            </a:r>
            <a:r>
              <a:rPr lang="en-US" dirty="0"/>
              <a:t>, </a:t>
            </a:r>
            <a:r>
              <a:rPr lang="en-US" dirty="0" err="1">
                <a:latin typeface="Arial Narrow" panose="020B0606020202030204" pitchFamily="34" charset="0"/>
              </a:rPr>
              <a:t>shared_prefs</a:t>
            </a:r>
            <a:r>
              <a:rPr lang="en-US" dirty="0">
                <a:latin typeface="Arial Narrow" panose="020B0606020202030204" pitchFamily="34" charset="0"/>
              </a:rPr>
              <a:t>/*.xml </a:t>
            </a:r>
          </a:p>
          <a:p>
            <a:pPr lvl="0"/>
            <a:r>
              <a:rPr lang="en-US" b="1" dirty="0"/>
              <a:t>SQLite databases (.</a:t>
            </a:r>
            <a:r>
              <a:rPr lang="en-US" b="1" dirty="0" err="1"/>
              <a:t>db</a:t>
            </a:r>
            <a:r>
              <a:rPr lang="en-US" b="1" dirty="0"/>
              <a:t>)</a:t>
            </a:r>
            <a:r>
              <a:rPr lang="en-US" dirty="0"/>
              <a:t> : Common for structured system and application data </a:t>
            </a:r>
          </a:p>
          <a:p>
            <a:pPr lvl="1"/>
            <a:r>
              <a:rPr lang="en-US" dirty="0"/>
              <a:t>Examples: </a:t>
            </a:r>
            <a:r>
              <a:rPr lang="en-US" dirty="0" err="1">
                <a:latin typeface="Arial Narrow" panose="020B0606020202030204" pitchFamily="34" charset="0"/>
              </a:rPr>
              <a:t>locksettings.db</a:t>
            </a:r>
            <a:r>
              <a:rPr lang="en-US" dirty="0"/>
              <a:t>, app databases under databases/ </a:t>
            </a:r>
          </a:p>
          <a:p>
            <a:pPr lvl="0"/>
            <a:r>
              <a:rPr lang="en-US" b="1" dirty="0"/>
              <a:t>Property / key-value files</a:t>
            </a:r>
            <a:r>
              <a:rPr lang="en-US" dirty="0"/>
              <a:t> : Store Android system properties and configuration </a:t>
            </a:r>
          </a:p>
          <a:p>
            <a:pPr lvl="1"/>
            <a:r>
              <a:rPr lang="en-US" dirty="0"/>
              <a:t>Example: </a:t>
            </a:r>
            <a:r>
              <a:rPr lang="en-US" dirty="0" err="1">
                <a:latin typeface="Arial Narrow" panose="020B0606020202030204" pitchFamily="34" charset="0"/>
              </a:rPr>
              <a:t>build.prop</a:t>
            </a:r>
            <a:r>
              <a:rPr lang="en-US" dirty="0">
                <a:latin typeface="Arial Narrow" panose="020B0606020202030204" pitchFamily="34" charset="0"/>
              </a:rPr>
              <a:t> </a:t>
            </a:r>
          </a:p>
          <a:p>
            <a:pPr lvl="0"/>
            <a:r>
              <a:rPr lang="en-US" b="1" dirty="0"/>
              <a:t>Plain-text configuration files</a:t>
            </a:r>
            <a:r>
              <a:rPr lang="en-US" dirty="0"/>
              <a:t> : </a:t>
            </a:r>
          </a:p>
          <a:p>
            <a:pPr lvl="1"/>
            <a:r>
              <a:rPr lang="en-US" dirty="0"/>
              <a:t>Examples: .conf, .txt, .</a:t>
            </a:r>
            <a:r>
              <a:rPr lang="en-US" dirty="0" err="1"/>
              <a:t>rc</a:t>
            </a:r>
            <a:r>
              <a:rPr lang="en-US" dirty="0"/>
              <a:t>; </a:t>
            </a:r>
            <a:r>
              <a:rPr lang="en-US" dirty="0" err="1">
                <a:latin typeface="Arial Narrow" panose="020B0606020202030204" pitchFamily="34" charset="0"/>
              </a:rPr>
              <a:t>init.rc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/>
              <a:t>contains Android boot/</a:t>
            </a:r>
            <a:r>
              <a:rPr lang="en-US" dirty="0" err="1"/>
              <a:t>init</a:t>
            </a:r>
            <a:r>
              <a:rPr lang="en-US" dirty="0"/>
              <a:t> instructions </a:t>
            </a:r>
          </a:p>
          <a:p>
            <a:pPr lvl="0"/>
            <a:r>
              <a:rPr lang="en-US" b="1" dirty="0"/>
              <a:t>JSON</a:t>
            </a:r>
            <a:r>
              <a:rPr lang="en-US" dirty="0"/>
              <a:t> : Used by some Android services and applications </a:t>
            </a:r>
          </a:p>
          <a:p>
            <a:pPr lvl="1"/>
            <a:r>
              <a:rPr lang="en-US" dirty="0"/>
              <a:t>Example: </a:t>
            </a:r>
            <a:r>
              <a:rPr lang="en-US" dirty="0" err="1">
                <a:latin typeface="Arial Narrow" panose="020B0606020202030204" pitchFamily="34" charset="0"/>
              </a:rPr>
              <a:t>diskstats_cache.json</a:t>
            </a:r>
            <a:r>
              <a:rPr lang="en-US" dirty="0">
                <a:latin typeface="Arial Narrow" panose="020B0606020202030204" pitchFamily="34" charset="0"/>
              </a:rPr>
              <a:t> </a:t>
            </a:r>
          </a:p>
          <a:p>
            <a:pPr lvl="0"/>
            <a:r>
              <a:rPr lang="en-US" b="1" dirty="0"/>
              <a:t>Binary / serialized files</a:t>
            </a:r>
            <a:r>
              <a:rPr lang="en-US" dirty="0"/>
              <a:t> : Used when Android services store structured data in non-text formats 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latin typeface="Arial Narrow" panose="020B0606020202030204" pitchFamily="34" charset="0"/>
              </a:rPr>
              <a:t>.bin</a:t>
            </a:r>
            <a:r>
              <a:rPr lang="en-US" dirty="0"/>
              <a:t>, </a:t>
            </a:r>
            <a:r>
              <a:rPr lang="en-US" dirty="0" err="1">
                <a:latin typeface="Arial Narrow" panose="020B0606020202030204" pitchFamily="34" charset="0"/>
              </a:rPr>
              <a:t>protobuf</a:t>
            </a:r>
            <a:r>
              <a:rPr lang="en-US" dirty="0">
                <a:latin typeface="Arial Narrow" panose="020B0606020202030204" pitchFamily="34" charset="0"/>
              </a:rPr>
              <a:t>/</a:t>
            </a:r>
            <a:r>
              <a:rPr lang="en-US" dirty="0"/>
              <a:t>serialized service data</a:t>
            </a:r>
          </a:p>
        </p:txBody>
      </p:sp>
    </p:spTree>
    <p:extLst>
      <p:ext uri="{BB962C8B-B14F-4D97-AF65-F5344CB8AC3E}">
        <p14:creationId xmlns:p14="http://schemas.microsoft.com/office/powerpoint/2010/main" val="4121565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7225B-F6E7-0A43-74DE-45821CEBD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System-State &amp; Security Artifacts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FB2348-FB84-358F-1125-1B72AA0FF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480185"/>
              </p:ext>
            </p:extLst>
          </p:nvPr>
        </p:nvGraphicFramePr>
        <p:xfrm>
          <a:off x="771088" y="1690688"/>
          <a:ext cx="10830886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5393">
                  <a:extLst>
                    <a:ext uri="{9D8B030D-6E8A-4147-A177-3AD203B41FA5}">
                      <a16:colId xmlns:a16="http://schemas.microsoft.com/office/drawing/2014/main" val="88074258"/>
                    </a:ext>
                  </a:extLst>
                </a:gridCol>
                <a:gridCol w="8615493">
                  <a:extLst>
                    <a:ext uri="{9D8B030D-6E8A-4147-A177-3AD203B41FA5}">
                      <a16:colId xmlns:a16="http://schemas.microsoft.com/office/drawing/2014/main" val="3174351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Artifact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Forensic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193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appops.xml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App permission/operation state; helps determine what sensitive capabilities apps could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564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batterystats.bin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App and system power-usage history; may provide supporting evidence of app 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9777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locksettings.db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Lock-screen and authentication 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929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netpolicy.xml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Network policy and app network restrictions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746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netstats/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Network usage statistics associated with apps and interfaces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638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Arial Narrow" panose="020B0606020202030204" pitchFamily="34" charset="0"/>
                        </a:rPr>
                        <a:t>inputmethod</a:t>
                      </a:r>
                      <a:r>
                        <a:rPr lang="en-US" sz="2400" dirty="0">
                          <a:latin typeface="Arial Narrow" panose="020B060602020203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Keyboard/IME configuration, enabled input methods, locales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024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22235D9-172C-0A4F-BAAA-B1BD759FA8E1}"/>
              </a:ext>
            </a:extLst>
          </p:cNvPr>
          <p:cNvSpPr txBox="1"/>
          <p:nvPr/>
        </p:nvSpPr>
        <p:spPr>
          <a:xfrm>
            <a:off x="1195780" y="5838548"/>
            <a:ext cx="980043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dirty="0"/>
              <a:t>These artifacts describe device state, security configuration, and system-service activity.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86836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8676-F9D1-B8A7-8560-E2D683A53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Apps, Usage &amp; User Artifacts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A52B0C-1EA6-1256-ED63-AABF87271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729514"/>
              </p:ext>
            </p:extLst>
          </p:nvPr>
        </p:nvGraphicFramePr>
        <p:xfrm>
          <a:off x="779476" y="1820156"/>
          <a:ext cx="10923165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7790">
                  <a:extLst>
                    <a:ext uri="{9D8B030D-6E8A-4147-A177-3AD203B41FA5}">
                      <a16:colId xmlns:a16="http://schemas.microsoft.com/office/drawing/2014/main" val="154599163"/>
                    </a:ext>
                  </a:extLst>
                </a:gridCol>
                <a:gridCol w="8095375">
                  <a:extLst>
                    <a:ext uri="{9D8B030D-6E8A-4147-A177-3AD203B41FA5}">
                      <a16:colId xmlns:a16="http://schemas.microsoft.com/office/drawing/2014/main" val="4151300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Artifact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Forensic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66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packages.xml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Installed packages, UIDs, permissions, versions, and package metadata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745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packages.list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Simplified mapping of installed packages and UIDs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153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usagestats/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App usage history and timestamps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72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users/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Android user/profile information and per-user 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15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 Narrow" panose="020B0606020202030204" pitchFamily="34" charset="0"/>
                        </a:rPr>
                        <a:t>appwidgets.xml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Widgets configured for a user; may indicate apps actively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257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wallpaper_info.xml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User personalization/context; usually supporting evidence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8499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45560FF-9288-050F-E9FE-994CD101354A}"/>
              </a:ext>
            </a:extLst>
          </p:cNvPr>
          <p:cNvSpPr txBox="1"/>
          <p:nvPr/>
        </p:nvSpPr>
        <p:spPr>
          <a:xfrm>
            <a:off x="937470" y="5612045"/>
            <a:ext cx="1008566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dirty="0"/>
              <a:t>These artifacts help answer: What apps were installed? Which apps were used? Which Android users/profiles existed?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15904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7E57-C677-4AF2-BE6A-F635ACF8A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App-Private Data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11A12-9485-4153-BFC0-B274B751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325"/>
            <a:ext cx="5961185" cy="488997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Primary user (user 0):</a:t>
            </a:r>
            <a:br>
              <a:rPr lang="en-US" dirty="0"/>
            </a:br>
            <a:r>
              <a:rPr lang="en-US" dirty="0"/>
              <a:t>/data/data/&lt;</a:t>
            </a:r>
            <a:r>
              <a:rPr lang="en-US" dirty="0" err="1"/>
              <a:t>package_name</a:t>
            </a:r>
            <a:r>
              <a:rPr lang="en-US" dirty="0"/>
              <a:t>&gt;/</a:t>
            </a:r>
            <a:br>
              <a:rPr lang="en-US" dirty="0"/>
            </a:br>
            <a:r>
              <a:rPr lang="en-US" dirty="0"/>
              <a:t>→ Alias/compatibility path for:</a:t>
            </a:r>
            <a:br>
              <a:rPr lang="en-US" dirty="0"/>
            </a:br>
            <a:r>
              <a:rPr lang="en-US" dirty="0"/>
              <a:t>/data/user/0/&lt;</a:t>
            </a:r>
            <a:r>
              <a:rPr lang="en-US" dirty="0" err="1"/>
              <a:t>package_name</a:t>
            </a:r>
            <a:r>
              <a:rPr lang="en-US" dirty="0"/>
              <a:t>&gt;/</a:t>
            </a:r>
          </a:p>
          <a:p>
            <a:r>
              <a:rPr lang="en-US" b="1" dirty="0"/>
              <a:t>Credential-Encrypted (CE) app data:</a:t>
            </a:r>
            <a:br>
              <a:rPr lang="en-US" dirty="0"/>
            </a:br>
            <a:r>
              <a:rPr lang="en-US" dirty="0"/>
              <a:t>/data/user/&lt;</a:t>
            </a:r>
            <a:r>
              <a:rPr lang="en-US" dirty="0" err="1"/>
              <a:t>userID</a:t>
            </a:r>
            <a:r>
              <a:rPr lang="en-US" dirty="0"/>
              <a:t>&gt;/&lt;</a:t>
            </a:r>
            <a:r>
              <a:rPr lang="en-US" dirty="0" err="1"/>
              <a:t>package_name</a:t>
            </a:r>
            <a:r>
              <a:rPr lang="en-US" dirty="0"/>
              <a:t>&gt;/</a:t>
            </a:r>
          </a:p>
          <a:p>
            <a:pPr lvl="1"/>
            <a:r>
              <a:rPr lang="en-US" dirty="0"/>
              <a:t>Accessible after that user unlocks the device</a:t>
            </a:r>
          </a:p>
          <a:p>
            <a:pPr lvl="1"/>
            <a:r>
              <a:rPr lang="en-US" dirty="0"/>
              <a:t>Stores most app-private data</a:t>
            </a:r>
          </a:p>
          <a:p>
            <a:pPr lvl="1"/>
            <a:r>
              <a:rPr lang="en-US" dirty="0"/>
              <a:t>Examples: databases, </a:t>
            </a:r>
            <a:r>
              <a:rPr lang="en-US" dirty="0" err="1"/>
              <a:t>SharedPreferences</a:t>
            </a:r>
            <a:r>
              <a:rPr lang="en-US" dirty="0"/>
              <a:t>, files, caches</a:t>
            </a:r>
          </a:p>
          <a:p>
            <a:r>
              <a:rPr lang="en-US" b="1" dirty="0"/>
              <a:t>Device-Encrypted (DE) app data:</a:t>
            </a:r>
            <a:br>
              <a:rPr lang="en-US" dirty="0"/>
            </a:br>
            <a:r>
              <a:rPr lang="en-US" dirty="0"/>
              <a:t>/data/</a:t>
            </a:r>
            <a:r>
              <a:rPr lang="en-US" dirty="0" err="1"/>
              <a:t>user_de</a:t>
            </a:r>
            <a:r>
              <a:rPr lang="en-US" dirty="0"/>
              <a:t>/&lt;</a:t>
            </a:r>
            <a:r>
              <a:rPr lang="en-US" dirty="0" err="1"/>
              <a:t>userID</a:t>
            </a:r>
            <a:r>
              <a:rPr lang="en-US" dirty="0"/>
              <a:t>&gt;/&lt;</a:t>
            </a:r>
            <a:r>
              <a:rPr lang="en-US" dirty="0" err="1"/>
              <a:t>package_name</a:t>
            </a:r>
            <a:r>
              <a:rPr lang="en-US" dirty="0"/>
              <a:t>&gt;/</a:t>
            </a:r>
          </a:p>
          <a:p>
            <a:pPr lvl="1"/>
            <a:r>
              <a:rPr lang="en-US" dirty="0"/>
              <a:t>Accessible before and after user credential unlock</a:t>
            </a:r>
          </a:p>
          <a:p>
            <a:pPr lvl="1"/>
            <a:r>
              <a:rPr lang="en-US" dirty="0"/>
              <a:t>Used for data that must be available during </a:t>
            </a:r>
            <a:r>
              <a:rPr lang="en-US" b="1" dirty="0"/>
              <a:t>Direct Boot</a:t>
            </a:r>
          </a:p>
          <a:p>
            <a:pPr lvl="1"/>
            <a:r>
              <a:rPr lang="en-US" dirty="0"/>
              <a:t>Examples: alarms that must ring after a reboot (</a:t>
            </a:r>
            <a:r>
              <a:rPr lang="en-US" dirty="0">
                <a:solidFill>
                  <a:srgbClr val="FF0000"/>
                </a:solidFill>
              </a:rPr>
              <a:t>before unlocking a device</a:t>
            </a:r>
            <a:r>
              <a:rPr lang="en-US" dirty="0"/>
              <a:t>), phone or messaging services, boot-related settings, limited pre-unlock app state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DC82B815-89C7-448C-9D50-04942FDC11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491"/>
          <a:stretch/>
        </p:blipFill>
        <p:spPr>
          <a:xfrm>
            <a:off x="7298143" y="5562748"/>
            <a:ext cx="3299904" cy="1184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F4C911-D27D-E9C1-C125-1BF2F871C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567" y="1351221"/>
            <a:ext cx="3697055" cy="403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38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E52139-36EC-49C1-BB94-281B8EA96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68" y="0"/>
            <a:ext cx="10219064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B7D8D6-F03D-4ACD-98B7-C4CC3286F680}"/>
              </a:ext>
            </a:extLst>
          </p:cNvPr>
          <p:cNvSpPr txBox="1"/>
          <p:nvPr/>
        </p:nvSpPr>
        <p:spPr>
          <a:xfrm>
            <a:off x="3733750" y="66907"/>
            <a:ext cx="514955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Use </a:t>
            </a:r>
            <a:r>
              <a:rPr lang="en-US" i="1" err="1">
                <a:solidFill>
                  <a:srgbClr val="C00000"/>
                </a:solidFill>
              </a:rPr>
              <a:t>ApplicationID</a:t>
            </a:r>
            <a:r>
              <a:rPr lang="en-US"/>
              <a:t> as a folder to save application data</a:t>
            </a:r>
          </a:p>
        </p:txBody>
      </p:sp>
    </p:spTree>
    <p:extLst>
      <p:ext uri="{BB962C8B-B14F-4D97-AF65-F5344CB8AC3E}">
        <p14:creationId xmlns:p14="http://schemas.microsoft.com/office/powerpoint/2010/main" val="119805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2AE584-7E07-4275-9384-631DA4DDA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Understand the Apps/Package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5A59FC-855D-4D57-8A89-43DFE545F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where to extract forensic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38B387-4C2A-03BC-ACFB-D16E938F3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132" y="1432560"/>
            <a:ext cx="3860318" cy="183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127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9536EB-B416-44F4-BF8E-3829C6D07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sz="3700"/>
              <a:t>What is Android (application) package .APK?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5CAFF3-6580-438B-AE41-E47AC2EDA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GB" sz="2000" dirty="0"/>
              <a:t>Android Package (APK) is the package file format </a:t>
            </a:r>
          </a:p>
          <a:p>
            <a:pPr lvl="1"/>
            <a:r>
              <a:rPr lang="en-GB" sz="1800" dirty="0"/>
              <a:t>used by the Android OS</a:t>
            </a:r>
          </a:p>
          <a:p>
            <a:pPr lvl="1"/>
            <a:r>
              <a:rPr lang="en-GB" sz="1800" dirty="0"/>
              <a:t>zip + pre-defined specific structure</a:t>
            </a:r>
          </a:p>
          <a:p>
            <a:pPr lvl="1"/>
            <a:r>
              <a:rPr lang="en-GB" sz="1800" dirty="0"/>
              <a:t>compiled to </a:t>
            </a:r>
            <a:r>
              <a:rPr lang="en-GB" sz="1800" i="1" dirty="0">
                <a:solidFill>
                  <a:srgbClr val="C00000"/>
                </a:solidFill>
              </a:rPr>
              <a:t>.</a:t>
            </a:r>
            <a:r>
              <a:rPr lang="en-GB" sz="1800" i="1" dirty="0" err="1">
                <a:solidFill>
                  <a:srgbClr val="C00000"/>
                </a:solidFill>
              </a:rPr>
              <a:t>dex</a:t>
            </a:r>
            <a:r>
              <a:rPr lang="en-GB" sz="1800" i="1" dirty="0">
                <a:solidFill>
                  <a:srgbClr val="C00000"/>
                </a:solidFill>
              </a:rPr>
              <a:t> </a:t>
            </a:r>
            <a:r>
              <a:rPr lang="en-GB" sz="1800" dirty="0"/>
              <a:t>format</a:t>
            </a:r>
          </a:p>
          <a:p>
            <a:r>
              <a:rPr lang="en-GB" sz="2000" dirty="0"/>
              <a:t>application ID is defined with the </a:t>
            </a:r>
            <a:r>
              <a:rPr lang="en-GB" sz="2000" i="1" dirty="0" err="1">
                <a:solidFill>
                  <a:srgbClr val="C00000"/>
                </a:solidFill>
              </a:rPr>
              <a:t>applicationId</a:t>
            </a:r>
            <a:r>
              <a:rPr lang="en-GB" sz="2000" dirty="0"/>
              <a:t> property in  </a:t>
            </a:r>
            <a:r>
              <a:rPr lang="en-GB" sz="2000" i="1" dirty="0" err="1">
                <a:solidFill>
                  <a:srgbClr val="C00000"/>
                </a:solidFill>
              </a:rPr>
              <a:t>build.gradle</a:t>
            </a:r>
            <a:r>
              <a:rPr lang="en-GB" sz="2000" i="1" dirty="0">
                <a:solidFill>
                  <a:srgbClr val="C00000"/>
                </a:solidFill>
              </a:rPr>
              <a:t> </a:t>
            </a:r>
          </a:p>
          <a:p>
            <a:pPr lvl="1"/>
            <a:r>
              <a:rPr lang="en-GB" sz="1800" dirty="0"/>
              <a:t>Use the ID to identify apps and the generated data</a:t>
            </a:r>
          </a:p>
          <a:p>
            <a:endParaRPr lang="en-GB" sz="2000" i="1" dirty="0">
              <a:solidFill>
                <a:srgbClr val="C00000"/>
              </a:solidFill>
            </a:endParaRPr>
          </a:p>
          <a:p>
            <a:endParaRPr lang="en-US" sz="20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uild.gradle">
            <a:extLst>
              <a:ext uri="{FF2B5EF4-FFF2-40B4-BE49-F238E27FC236}">
                <a16:creationId xmlns:a16="http://schemas.microsoft.com/office/drawing/2014/main" id="{612A12D2-F008-4150-B72F-1E32B45E2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23688" y="1644150"/>
            <a:ext cx="6584098" cy="356645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9EB9F6-A2C8-4D4D-96F5-6210D1C32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19" y="3944008"/>
            <a:ext cx="2075689" cy="10944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BC363B3-0C27-4076-BD3E-6757DF258EEB}"/>
              </a:ext>
            </a:extLst>
          </p:cNvPr>
          <p:cNvSpPr txBox="1"/>
          <p:nvPr/>
        </p:nvSpPr>
        <p:spPr>
          <a:xfrm>
            <a:off x="6402659" y="5563155"/>
            <a:ext cx="473636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400"/>
              <a:t>As a developer, you should never change the application ID.</a:t>
            </a:r>
            <a:endParaRPr lang="en-US"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B913-5CD5-45AC-BB8C-F5A881E61647}"/>
              </a:ext>
            </a:extLst>
          </p:cNvPr>
          <p:cNvSpPr txBox="1"/>
          <p:nvPr/>
        </p:nvSpPr>
        <p:spPr>
          <a:xfrm>
            <a:off x="6975088" y="3297677"/>
            <a:ext cx="155931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/>
              <a:t>exactly matches the Java-style package name</a:t>
            </a:r>
            <a:endParaRPr lang="en-US" sz="12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47BC40-BCC6-404D-9D71-2B0F8F191F68}"/>
              </a:ext>
            </a:extLst>
          </p:cNvPr>
          <p:cNvCxnSpPr/>
          <p:nvPr/>
        </p:nvCxnSpPr>
        <p:spPr>
          <a:xfrm flipH="1" flipV="1">
            <a:off x="8541834" y="3612995"/>
            <a:ext cx="1903143" cy="5426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9A802A-A32A-4226-A53E-6C2168166CD4}"/>
              </a:ext>
            </a:extLst>
          </p:cNvPr>
          <p:cNvCxnSpPr>
            <a:endCxn id="16" idx="0"/>
          </p:cNvCxnSpPr>
          <p:nvPr/>
        </p:nvCxnSpPr>
        <p:spPr>
          <a:xfrm flipH="1">
            <a:off x="8770843" y="4331109"/>
            <a:ext cx="1919459" cy="12320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397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7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6" name="Rectangle 7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7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8" name="Rectangle 7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Freeform: Shape 7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569E20-07A2-497B-AAD6-E44B471D3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APK compilation and de-compilation  </a:t>
            </a:r>
          </a:p>
        </p:txBody>
      </p:sp>
      <p:pic>
        <p:nvPicPr>
          <p:cNvPr id="2050" name="Picture 2" descr="apk decompiler">
            <a:extLst>
              <a:ext uri="{FF2B5EF4-FFF2-40B4-BE49-F238E27FC236}">
                <a16:creationId xmlns:a16="http://schemas.microsoft.com/office/drawing/2014/main" id="{D738B73C-F155-4C6A-8E6C-E165F6DBB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0271" y="467208"/>
            <a:ext cx="6410061" cy="592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C9994A5-F250-4461-9E25-584903F0D0A2}"/>
              </a:ext>
            </a:extLst>
          </p:cNvPr>
          <p:cNvSpPr txBox="1"/>
          <p:nvPr/>
        </p:nvSpPr>
        <p:spPr>
          <a:xfrm>
            <a:off x="4143840" y="43186"/>
            <a:ext cx="4710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https://www.dunebook.com/apk-decompiler/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DAC635-AF87-4AC1-A02D-3EE9109E6F6A}"/>
              </a:ext>
            </a:extLst>
          </p:cNvPr>
          <p:cNvSpPr txBox="1"/>
          <p:nvPr/>
        </p:nvSpPr>
        <p:spPr>
          <a:xfrm>
            <a:off x="7792844" y="5379793"/>
            <a:ext cx="40407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C00000"/>
                </a:solidFill>
                <a:latin typeface="Arial" panose="020B0604020202020204" pitchFamily="34" charset="0"/>
              </a:rPr>
              <a:t>DEX (Dalvik Executable): </a:t>
            </a:r>
          </a:p>
          <a:p>
            <a:r>
              <a:rPr lang="en-GB" sz="1200">
                <a:solidFill>
                  <a:srgbClr val="242729"/>
                </a:solidFill>
                <a:latin typeface="Arial" panose="020B0604020202020204" pitchFamily="34" charset="0"/>
              </a:rPr>
              <a:t>translates JVM bytecode to DVM bytecode and put all class files to one </a:t>
            </a:r>
            <a:r>
              <a:rPr lang="en-GB" sz="1200" err="1">
                <a:solidFill>
                  <a:srgbClr val="242729"/>
                </a:solidFill>
                <a:latin typeface="Arial" panose="020B0604020202020204" pitchFamily="34" charset="0"/>
              </a:rPr>
              <a:t>dex</a:t>
            </a:r>
            <a:r>
              <a:rPr lang="en-GB" sz="1200">
                <a:solidFill>
                  <a:srgbClr val="242729"/>
                </a:solidFill>
                <a:latin typeface="Arial" panose="020B0604020202020204" pitchFamily="34" charset="0"/>
              </a:rPr>
              <a:t> file.</a:t>
            </a:r>
            <a:endParaRPr lang="en-US" sz="1200">
              <a:solidFill>
                <a:srgbClr val="24272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3120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D7BEF0-F5DF-B933-AB50-D41BB6DDD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Study: Find an app’s official name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BF814-D6F7-6D2B-2451-3A3EC0BC4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7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B056B8-AF58-4231-8E78-0B32D8154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48977"/>
            <a:ext cx="7277731" cy="389415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224AC84-7FC2-4C23-B8B7-D8F086B5B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apps’ official names?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522D2-5D2A-48FF-8ACE-AB8D80FBA414}"/>
              </a:ext>
            </a:extLst>
          </p:cNvPr>
          <p:cNvSpPr txBox="1"/>
          <p:nvPr/>
        </p:nvSpPr>
        <p:spPr>
          <a:xfrm>
            <a:off x="838200" y="1889748"/>
            <a:ext cx="684525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https://play.google.com/store/apps/details?id=com.twitter.android</a:t>
            </a:r>
          </a:p>
        </p:txBody>
      </p:sp>
    </p:spTree>
    <p:extLst>
      <p:ext uri="{BB962C8B-B14F-4D97-AF65-F5344CB8AC3E}">
        <p14:creationId xmlns:p14="http://schemas.microsoft.com/office/powerpoint/2010/main" val="3474365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B31E6-2909-454C-A2B8-8F8493361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Steps to find the app’s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36FA1-660A-4D9A-9438-CDC8713F4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8975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Send a http request to </a:t>
            </a:r>
            <a:r>
              <a:rPr lang="en-US" dirty="0">
                <a:hlinkClick r:id="rId3"/>
              </a:rPr>
              <a:t>https://play.google.com/store/apps/details?id=com.twitter.android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Parse the html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Search for a string (name of the application) from a specific location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B0F95-5C33-43C2-B63E-BD06965FB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145" y="4301854"/>
            <a:ext cx="4264470" cy="228182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4C21C4-6F16-413C-AA6A-772066364DD1}"/>
              </a:ext>
            </a:extLst>
          </p:cNvPr>
          <p:cNvCxnSpPr>
            <a:cxnSpLocks/>
          </p:cNvCxnSpPr>
          <p:nvPr/>
        </p:nvCxnSpPr>
        <p:spPr>
          <a:xfrm flipH="1">
            <a:off x="7214616" y="3749040"/>
            <a:ext cx="2058924" cy="1618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0B29EA5-C753-4974-988F-370D62F8B44D}"/>
              </a:ext>
            </a:extLst>
          </p:cNvPr>
          <p:cNvSpPr txBox="1"/>
          <p:nvPr/>
        </p:nvSpPr>
        <p:spPr>
          <a:xfrm>
            <a:off x="7214616" y="5421606"/>
            <a:ext cx="3979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How to identify the location? (next slice)</a:t>
            </a:r>
          </a:p>
        </p:txBody>
      </p:sp>
    </p:spTree>
    <p:extLst>
      <p:ext uri="{BB962C8B-B14F-4D97-AF65-F5344CB8AC3E}">
        <p14:creationId xmlns:p14="http://schemas.microsoft.com/office/powerpoint/2010/main" val="11848969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809B0D-7D81-418C-A9BA-64E8300C3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93" y="2093869"/>
            <a:ext cx="5250280" cy="2295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FC563A-64BB-49C7-B8DC-AD4C4738C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529" y="1768842"/>
            <a:ext cx="4981035" cy="3514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DD99F3-9797-41CB-827F-F27404A7944C}"/>
              </a:ext>
            </a:extLst>
          </p:cNvPr>
          <p:cNvCxnSpPr>
            <a:cxnSpLocks/>
          </p:cNvCxnSpPr>
          <p:nvPr/>
        </p:nvCxnSpPr>
        <p:spPr>
          <a:xfrm>
            <a:off x="3703320" y="2441448"/>
            <a:ext cx="3716429" cy="21424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7BD867-938D-4F4B-8543-0B9EDD3B9935}"/>
              </a:ext>
            </a:extLst>
          </p:cNvPr>
          <p:cNvSpPr txBox="1"/>
          <p:nvPr/>
        </p:nvSpPr>
        <p:spPr>
          <a:xfrm>
            <a:off x="774192" y="1018132"/>
            <a:ext cx="5121086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/>
              <a:t>Find inspect the Twitter name location in Chrome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2A56E5-0CB0-44D6-4432-AAEBB1EA4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957" y="5630779"/>
            <a:ext cx="4976291" cy="10364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E5BAA2-81EC-D8A3-05C5-9E92B2661E8C}"/>
              </a:ext>
            </a:extLst>
          </p:cNvPr>
          <p:cNvSpPr txBox="1"/>
          <p:nvPr/>
        </p:nvSpPr>
        <p:spPr>
          <a:xfrm>
            <a:off x="6861908" y="1387464"/>
            <a:ext cx="3991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Warming</a:t>
            </a:r>
            <a:r>
              <a:rPr lang="en-US" dirty="0"/>
              <a:t>: this is the old version of 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E88746-F7A4-B29E-AD19-F6518108FB2E}"/>
              </a:ext>
            </a:extLst>
          </p:cNvPr>
          <p:cNvSpPr txBox="1"/>
          <p:nvPr/>
        </p:nvSpPr>
        <p:spPr>
          <a:xfrm>
            <a:off x="774192" y="5796520"/>
            <a:ext cx="3247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Warming</a:t>
            </a:r>
            <a:r>
              <a:rPr lang="en-US" dirty="0"/>
              <a:t>: this is the new version</a:t>
            </a:r>
          </a:p>
        </p:txBody>
      </p:sp>
    </p:spTree>
    <p:extLst>
      <p:ext uri="{BB962C8B-B14F-4D97-AF65-F5344CB8AC3E}">
        <p14:creationId xmlns:p14="http://schemas.microsoft.com/office/powerpoint/2010/main" val="4203621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16B51C-82ED-6A22-3236-934BA22BE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92" y="2480203"/>
            <a:ext cx="10855481" cy="2340104"/>
          </a:xfrm>
          <a:prstGeom prst="rect">
            <a:avLst/>
          </a:prstGeom>
        </p:spPr>
      </p:pic>
      <p:pic>
        <p:nvPicPr>
          <p:cNvPr id="1026" name="Picture 2" descr="Notes - Apps on Google Play">
            <a:extLst>
              <a:ext uri="{FF2B5EF4-FFF2-40B4-BE49-F238E27FC236}">
                <a16:creationId xmlns:a16="http://schemas.microsoft.com/office/drawing/2014/main" id="{A21A8214-6FAD-4145-D923-57728E131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42" y="7143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9920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841EEE-9E0A-4F48-A5D2-B7807132B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578" y="1347495"/>
            <a:ext cx="8900931" cy="9068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19970C-89FA-4067-AE95-B13C32BA34F6}"/>
              </a:ext>
            </a:extLst>
          </p:cNvPr>
          <p:cNvSpPr txBox="1"/>
          <p:nvPr/>
        </p:nvSpPr>
        <p:spPr>
          <a:xfrm>
            <a:off x="4073181" y="2403678"/>
            <a:ext cx="5960328" cy="861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>
                <a:solidFill>
                  <a:srgbClr val="C00000"/>
                </a:solidFill>
              </a:rPr>
              <a:t>-P</a:t>
            </a:r>
            <a:r>
              <a:rPr lang="en-GB" sz="1600"/>
              <a:t>, --</a:t>
            </a:r>
            <a:r>
              <a:rPr lang="en-GB" sz="1600" err="1"/>
              <a:t>perl-regexp</a:t>
            </a:r>
            <a:r>
              <a:rPr lang="en-GB" sz="1600"/>
              <a:t>         PATTERNS are Perl regular expressions</a:t>
            </a:r>
          </a:p>
          <a:p>
            <a:r>
              <a:rPr lang="en-GB" sz="1600">
                <a:solidFill>
                  <a:srgbClr val="C00000"/>
                </a:solidFill>
              </a:rPr>
              <a:t>-o</a:t>
            </a:r>
            <a:r>
              <a:rPr lang="en-GB" sz="1600"/>
              <a:t>, --only-matching       show only nonempty parts of lines that match</a:t>
            </a:r>
          </a:p>
          <a:p>
            <a:r>
              <a:rPr lang="en-GB" sz="1600">
                <a:solidFill>
                  <a:srgbClr val="C00000"/>
                </a:solidFill>
              </a:rPr>
              <a:t>-</a:t>
            </a:r>
            <a:r>
              <a:rPr lang="en-GB" sz="1600" err="1">
                <a:solidFill>
                  <a:srgbClr val="C00000"/>
                </a:solidFill>
              </a:rPr>
              <a:t>i</a:t>
            </a:r>
            <a:r>
              <a:rPr lang="en-GB" sz="1600"/>
              <a:t>, --ignore-case         ignore case distinctions in patterns and data</a:t>
            </a: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FA2A2-4CE0-4411-9043-FA32B4C5E19C}"/>
              </a:ext>
            </a:extLst>
          </p:cNvPr>
          <p:cNvSpPr txBox="1"/>
          <p:nvPr/>
        </p:nvSpPr>
        <p:spPr>
          <a:xfrm>
            <a:off x="1132578" y="951573"/>
            <a:ext cx="3625276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Show the </a:t>
            </a:r>
            <a:r>
              <a:rPr lang="en-US">
                <a:solidFill>
                  <a:srgbClr val="C00000"/>
                </a:solidFill>
              </a:rPr>
              <a:t>location</a:t>
            </a:r>
            <a:r>
              <a:rPr lang="en-US"/>
              <a:t> of Twitter name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624A9-ACBB-4A3C-AC3D-AFD836C1300C}"/>
              </a:ext>
            </a:extLst>
          </p:cNvPr>
          <p:cNvSpPr txBox="1"/>
          <p:nvPr/>
        </p:nvSpPr>
        <p:spPr>
          <a:xfrm>
            <a:off x="1132577" y="3414776"/>
            <a:ext cx="8271617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Only show the name </a:t>
            </a:r>
            <a:r>
              <a:rPr lang="en-US">
                <a:solidFill>
                  <a:srgbClr val="C00000"/>
                </a:solidFill>
              </a:rPr>
              <a:t>Twitter</a:t>
            </a:r>
            <a:r>
              <a:rPr lang="en-US"/>
              <a:t> name (only </a:t>
            </a:r>
            <a:r>
              <a:rPr lang="en-GB"/>
              <a:t>match the word between </a:t>
            </a:r>
            <a:r>
              <a:rPr lang="en-US" i="1">
                <a:solidFill>
                  <a:srgbClr val="C00000"/>
                </a:solidFill>
              </a:rPr>
              <a:t>'itemprop="name"&gt;&lt;span&gt; </a:t>
            </a:r>
            <a:r>
              <a:rPr lang="en-US"/>
              <a:t>and </a:t>
            </a:r>
            <a:r>
              <a:rPr lang="en-US">
                <a:solidFill>
                  <a:srgbClr val="C00000"/>
                </a:solidFill>
              </a:rPr>
              <a:t>&lt;/span&gt; </a:t>
            </a:r>
            <a:r>
              <a:rPr lang="en-US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93FE77-A971-442E-A2F0-15BDD2E8C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577" y="4061107"/>
            <a:ext cx="8893311" cy="8535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CC7CCE-A0A2-480C-B162-83D35D8D2EA1}"/>
              </a:ext>
            </a:extLst>
          </p:cNvPr>
          <p:cNvSpPr txBox="1"/>
          <p:nvPr/>
        </p:nvSpPr>
        <p:spPr>
          <a:xfrm>
            <a:off x="1071351" y="5099287"/>
            <a:ext cx="8962158" cy="861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?</a:t>
            </a:r>
            <a:r>
              <a:rPr lang="en-GB" sz="1600" dirty="0"/>
              <a:t> : lazy match</a:t>
            </a:r>
          </a:p>
          <a:p>
            <a:r>
              <a:rPr lang="en-GB" sz="1600" dirty="0">
                <a:solidFill>
                  <a:srgbClr val="C00000"/>
                </a:solidFill>
              </a:rPr>
              <a:t>\K </a:t>
            </a:r>
            <a:r>
              <a:rPr lang="en-GB" sz="1600" dirty="0"/>
              <a:t>:  Keep text matched so far out of the return match </a:t>
            </a:r>
            <a:r>
              <a:rPr lang="en-US" sz="1600" dirty="0"/>
              <a:t>(discard previous match)</a:t>
            </a:r>
            <a:endParaRPr lang="en-GB" sz="1600" dirty="0"/>
          </a:p>
          <a:p>
            <a:r>
              <a:rPr lang="en-GB" sz="1600" dirty="0">
                <a:solidFill>
                  <a:srgbClr val="C00000"/>
                </a:solidFill>
              </a:rPr>
              <a:t> (?=pattern) </a:t>
            </a:r>
            <a:r>
              <a:rPr lang="en-GB" sz="1600" dirty="0"/>
              <a:t>: used as a zero-width look-ahead assertion after the text you want to output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BFC676-CC5B-86C0-E740-64A6418FF237}"/>
              </a:ext>
            </a:extLst>
          </p:cNvPr>
          <p:cNvSpPr txBox="1"/>
          <p:nvPr/>
        </p:nvSpPr>
        <p:spPr>
          <a:xfrm>
            <a:off x="5268385" y="932763"/>
            <a:ext cx="5903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Warming</a:t>
            </a:r>
            <a:r>
              <a:rPr lang="en-US" dirty="0"/>
              <a:t>: this is the old version, use new version for your lab</a:t>
            </a:r>
          </a:p>
        </p:txBody>
      </p:sp>
    </p:spTree>
    <p:extLst>
      <p:ext uri="{BB962C8B-B14F-4D97-AF65-F5344CB8AC3E}">
        <p14:creationId xmlns:p14="http://schemas.microsoft.com/office/powerpoint/2010/main" val="36649902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0D9E0D-0D0A-028A-C39F-35BA5306B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101" y="831273"/>
            <a:ext cx="8967531" cy="2180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02A7F9-61AB-4EE3-3E80-C8F8C83CD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435" y="3428999"/>
            <a:ext cx="8703151" cy="250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849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71316-A55A-8CAC-AA24-12A9236A7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14" y="1894193"/>
            <a:ext cx="10590827" cy="439885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ECE63A-F9F8-A75B-0545-607C90208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Grep supports multiple regular expression (regex) syntaxes</a:t>
            </a:r>
          </a:p>
        </p:txBody>
      </p:sp>
    </p:spTree>
    <p:extLst>
      <p:ext uri="{BB962C8B-B14F-4D97-AF65-F5344CB8AC3E}">
        <p14:creationId xmlns:p14="http://schemas.microsoft.com/office/powerpoint/2010/main" val="369900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D1A8-75DE-4EE3-A6E0-14E2CCB76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all app </a:t>
            </a:r>
            <a:r>
              <a:rPr lang="en-US" dirty="0">
                <a:solidFill>
                  <a:srgbClr val="C00000"/>
                </a:solidFill>
              </a:rPr>
              <a:t>names</a:t>
            </a:r>
            <a:r>
              <a:rPr lang="en-US" dirty="0"/>
              <a:t> and package </a:t>
            </a:r>
            <a:r>
              <a:rPr lang="en-US" dirty="0">
                <a:solidFill>
                  <a:srgbClr val="C00000"/>
                </a:solidFill>
              </a:rPr>
              <a:t>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279F1-0FC0-4823-8374-B55EB32092B7}"/>
              </a:ext>
            </a:extLst>
          </p:cNvPr>
          <p:cNvSpPr txBox="1"/>
          <p:nvPr/>
        </p:nvSpPr>
        <p:spPr>
          <a:xfrm>
            <a:off x="505039" y="2074331"/>
            <a:ext cx="55909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ls 'Pixel 3/data/data' \</a:t>
            </a:r>
          </a:p>
          <a:p>
            <a:r>
              <a:rPr lang="en-US" dirty="0">
                <a:latin typeface="Arial Narrow" panose="020B0606020202030204" pitchFamily="34" charset="0"/>
              </a:rPr>
              <a:t>| while read package; do \</a:t>
            </a:r>
          </a:p>
          <a:p>
            <a:r>
              <a:rPr lang="en-US" dirty="0">
                <a:latin typeface="Arial Narrow" panose="020B0606020202030204" pitchFamily="34" charset="0"/>
              </a:rPr>
              <a:t>curl --no-progress-meter https://play.google.com/store/apps/details?id=$package \</a:t>
            </a:r>
          </a:p>
          <a:p>
            <a:r>
              <a:rPr lang="en-US" dirty="0">
                <a:latin typeface="Arial Narrow" panose="020B0606020202030204" pitchFamily="34" charset="0"/>
              </a:rPr>
              <a:t>| grep -Pio 'itemprop="name"&gt;&lt;span&gt;\K.*?(?=&lt;/span&gt;)' \</a:t>
            </a:r>
          </a:p>
          <a:p>
            <a:r>
              <a:rPr lang="en-US" dirty="0">
                <a:latin typeface="Arial Narrow" panose="020B0606020202030204" pitchFamily="34" charset="0"/>
              </a:rPr>
              <a:t>&amp;&amp; echo $package; \</a:t>
            </a:r>
          </a:p>
          <a:p>
            <a:r>
              <a:rPr lang="en-US" dirty="0">
                <a:latin typeface="Arial Narrow" panose="020B0606020202030204" pitchFamily="34" charset="0"/>
              </a:rPr>
              <a:t>done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80E8EE-2235-4B18-9523-F781756BA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97726"/>
            <a:ext cx="5846064" cy="541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2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466F7-BF4D-4066-9BCA-0084B6FCC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Are there any apps with money transfer function?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72FE56-DC0A-4190-B0A7-B78845448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40" y="1614803"/>
            <a:ext cx="6533720" cy="47866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B24A75-AFBF-4BC4-AC4E-F2749FDE8D01}"/>
              </a:ext>
            </a:extLst>
          </p:cNvPr>
          <p:cNvSpPr txBox="1"/>
          <p:nvPr/>
        </p:nvSpPr>
        <p:spPr>
          <a:xfrm>
            <a:off x="3228489" y="5024442"/>
            <a:ext cx="326152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/>
              <a:t>Interesting: It seems </a:t>
            </a:r>
            <a:r>
              <a:rPr lang="en-US" i="1" err="1">
                <a:solidFill>
                  <a:srgbClr val="C00000"/>
                </a:solidFill>
              </a:rPr>
              <a:t>vemo</a:t>
            </a:r>
            <a:r>
              <a:rPr lang="en-US"/>
              <a:t> mentioned money 10 times</a:t>
            </a:r>
          </a:p>
        </p:txBody>
      </p:sp>
    </p:spTree>
    <p:extLst>
      <p:ext uri="{BB962C8B-B14F-4D97-AF65-F5344CB8AC3E}">
        <p14:creationId xmlns:p14="http://schemas.microsoft.com/office/powerpoint/2010/main" val="10565411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65BA-4E39-B6AD-E1CB-EF80EB8E1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version </a:t>
            </a:r>
            <a:r>
              <a:rPr lang="en-US" sz="1600" dirty="0"/>
              <a:t>(</a:t>
            </a:r>
            <a:r>
              <a:rPr lang="en-GB" sz="1600" dirty="0"/>
              <a:t>List all app names and package ID/ works for new </a:t>
            </a:r>
            <a:r>
              <a:rPr lang="en-GB" sz="1600" dirty="0" err="1"/>
              <a:t>Playstore</a:t>
            </a:r>
            <a:r>
              <a:rPr lang="en-GB" sz="1600" dirty="0"/>
              <a:t> HTTP response)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5A368-5289-4809-8FB3-40EC8CB4D0B8}"/>
              </a:ext>
            </a:extLst>
          </p:cNvPr>
          <p:cNvSpPr txBox="1"/>
          <p:nvPr/>
        </p:nvSpPr>
        <p:spPr>
          <a:xfrm>
            <a:off x="5330092" y="1361180"/>
            <a:ext cx="6174154" cy="493981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get_android_apps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com.twitter.android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Base URL for Google Play Store app details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"https://play.google.com/store/apps/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details?id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="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Fetch the app details page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"Failed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to fetch details for package: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Extract the app name using a regular expression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200" b="0" dirty="0" err="1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'itemprop</a:t>
            </a:r>
            <a:r>
              <a:rPr lang="en-US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="name"&gt;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*?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&lt;/span&gt;'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app_name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"Unknown"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 the app name and package ID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Name: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app_name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Package ID: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processing package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get_android_apps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5EFB5C-D7B8-059D-5ECB-2157A45098C9}"/>
              </a:ext>
            </a:extLst>
          </p:cNvPr>
          <p:cNvSpPr txBox="1"/>
          <p:nvPr/>
        </p:nvSpPr>
        <p:spPr>
          <a:xfrm>
            <a:off x="687754" y="1690688"/>
            <a:ext cx="4128086" cy="423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"""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Explanation of the Code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Listing Package IDs :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- The script uses </a:t>
            </a:r>
            <a:r>
              <a:rPr lang="en-GB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os.listdir</a:t>
            </a: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() to list all directories in the Pixel 3/data/data folder. Each directory corresponds to an installed app's package ID.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Fetching App Details :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- For each package ID, the script constructs the Google Play Store URL (https://play.google.com/store/apps/details?id=&lt;package&gt;).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- It uses the requests library to fetch the HTML content of the app's details page.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Parsing the HTML :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- The script uses </a:t>
            </a:r>
            <a:r>
              <a:rPr lang="en-GB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BeautifulSoup</a:t>
            </a: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 from the bs4 module to parse the HTML response.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- It looks for the &lt;h1&gt; tag with the attribute itemprop="name" to extract the app name.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Output :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- The script prints the app name and its corresponding package ID.</a:t>
            </a:r>
          </a:p>
          <a:p>
            <a:pPr>
              <a:lnSpc>
                <a:spcPts val="1425"/>
              </a:lnSpc>
            </a:pPr>
            <a:r>
              <a:rPr lang="en-GB" sz="1200" dirty="0">
                <a:solidFill>
                  <a:srgbClr val="CE9178"/>
                </a:solidFill>
                <a:latin typeface="Consolas" panose="020B0609020204030204" pitchFamily="49" charset="0"/>
              </a:rPr>
              <a:t>"""</a:t>
            </a:r>
          </a:p>
        </p:txBody>
      </p:sp>
    </p:spTree>
    <p:extLst>
      <p:ext uri="{BB962C8B-B14F-4D97-AF65-F5344CB8AC3E}">
        <p14:creationId xmlns:p14="http://schemas.microsoft.com/office/powerpoint/2010/main" val="35074076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D070-A7B3-8127-8BF7-CE15706D0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A5CEB-EB55-5C0D-4669-76EF3BEA4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the lab by following screenshots</a:t>
            </a:r>
          </a:p>
          <a:p>
            <a:pPr lvl="1"/>
            <a:r>
              <a:rPr lang="en-US" dirty="0"/>
              <a:t>including Linux commands and Python code</a:t>
            </a:r>
          </a:p>
          <a:p>
            <a:r>
              <a:rPr lang="en-US" dirty="0"/>
              <a:t>Pay special attention to slide </a:t>
            </a:r>
            <a:r>
              <a:rPr lang="en-US" altLang="zh-CN" dirty="0"/>
              <a:t>34</a:t>
            </a:r>
            <a:r>
              <a:rPr lang="en-US" dirty="0"/>
              <a:t> because the Google Play Store encodes app names differently in HTML pages</a:t>
            </a:r>
          </a:p>
          <a:p>
            <a:r>
              <a:rPr lang="en-US" dirty="0"/>
              <a:t>Need to show Python execution results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69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3416</TotalTime>
  <Words>4158</Words>
  <Application>Microsoft Office PowerPoint</Application>
  <PresentationFormat>Widescreen</PresentationFormat>
  <Paragraphs>538</Paragraphs>
  <Slides>47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8" baseType="lpstr">
      <vt:lpstr>charter</vt:lpstr>
      <vt:lpstr>TimesNewRomanPSMT</vt:lpstr>
      <vt:lpstr>Arial</vt:lpstr>
      <vt:lpstr>Arial Narrow</vt:lpstr>
      <vt:lpstr>Calibri</vt:lpstr>
      <vt:lpstr>Calibri Light</vt:lpstr>
      <vt:lpstr>Consolas</vt:lpstr>
      <vt:lpstr>Roboto</vt:lpstr>
      <vt:lpstr>Roboto</vt:lpstr>
      <vt:lpstr>Verdana</vt:lpstr>
      <vt:lpstr>Office Theme</vt:lpstr>
      <vt:lpstr>A Pixel 3 image</vt:lpstr>
      <vt:lpstr>Overview</vt:lpstr>
      <vt:lpstr>Pixel Image Description</vt:lpstr>
      <vt:lpstr>About the Pixel 3 Image</vt:lpstr>
      <vt:lpstr>PowerPoint Presentation</vt:lpstr>
      <vt:lpstr>PowerPoint Presentation</vt:lpstr>
      <vt:lpstr>PowerPoint Presentation</vt:lpstr>
      <vt:lpstr>PowerPoint Presentation</vt:lpstr>
      <vt:lpstr>Download Pixel 3 image</vt:lpstr>
      <vt:lpstr>Verify hashes</vt:lpstr>
      <vt:lpstr>unzip to get Pixel 3 image</vt:lpstr>
      <vt:lpstr>unzip to get Pixel 3 image</vt:lpstr>
      <vt:lpstr>Android Forensics: Data Source</vt:lpstr>
      <vt:lpstr>PowerPoint Presentation</vt:lpstr>
      <vt:lpstr>PowerPoint Presentation</vt:lpstr>
      <vt:lpstr>PowerPoint Presentation</vt:lpstr>
      <vt:lpstr>System-Level Evidence: /data/system</vt:lpstr>
      <vt:lpstr>PowerPoint Presentation</vt:lpstr>
      <vt:lpstr>PowerPoint Presentation</vt:lpstr>
      <vt:lpstr>Artifact → Location → Forensic Question</vt:lpstr>
      <vt:lpstr>Labs</vt:lpstr>
      <vt:lpstr>PowerPoint Presentation</vt:lpstr>
      <vt:lpstr>PowerPoint Presentation</vt:lpstr>
      <vt:lpstr>/System: Android OS Project (AOSP)</vt:lpstr>
      <vt:lpstr>/data</vt:lpstr>
      <vt:lpstr>data/system — Android system state and configuration</vt:lpstr>
      <vt:lpstr>data/system — System State &amp; Configuration</vt:lpstr>
      <vt:lpstr>Common Android Configuration &amp; Artifact File Formats</vt:lpstr>
      <vt:lpstr>Android System-State &amp; Security Artifacts</vt:lpstr>
      <vt:lpstr>Apps, Usage &amp; User Artifacts</vt:lpstr>
      <vt:lpstr>App-Private Data Storage</vt:lpstr>
      <vt:lpstr>PowerPoint Presentation</vt:lpstr>
      <vt:lpstr>Understand the Apps/Package</vt:lpstr>
      <vt:lpstr>What is Android (application) package .APK?</vt:lpstr>
      <vt:lpstr>APK compilation and de-compilation  </vt:lpstr>
      <vt:lpstr>Case Study: Find an app’s official name</vt:lpstr>
      <vt:lpstr>How to find apps’ official names?</vt:lpstr>
      <vt:lpstr>Steps to find the app’s name</vt:lpstr>
      <vt:lpstr>PowerPoint Presentation</vt:lpstr>
      <vt:lpstr>PowerPoint Presentation</vt:lpstr>
      <vt:lpstr>PowerPoint Presentation</vt:lpstr>
      <vt:lpstr>PowerPoint Presentation</vt:lpstr>
      <vt:lpstr>Grep supports multiple regular expression (regex) syntaxes</vt:lpstr>
      <vt:lpstr>List all app names and package ID</vt:lpstr>
      <vt:lpstr>Are there any apps with money transfer function?</vt:lpstr>
      <vt:lpstr>Python version (List all app names and package ID/ works for new Playstore HTTP response)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Visual Studio Code</dc:title>
  <dc:creator>Weifeng Xu</dc:creator>
  <cp:lastModifiedBy>Weifeng Xu</cp:lastModifiedBy>
  <cp:revision>2</cp:revision>
  <dcterms:created xsi:type="dcterms:W3CDTF">2021-01-18T02:02:41Z</dcterms:created>
  <dcterms:modified xsi:type="dcterms:W3CDTF">2026-09-10T02:08:48Z</dcterms:modified>
</cp:coreProperties>
</file>