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5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392" r:id="rId3"/>
    <p:sldId id="416" r:id="rId4"/>
    <p:sldId id="415" r:id="rId5"/>
    <p:sldId id="409" r:id="rId6"/>
    <p:sldId id="412" r:id="rId7"/>
    <p:sldId id="413" r:id="rId8"/>
    <p:sldId id="414" r:id="rId9"/>
    <p:sldId id="417" r:id="rId10"/>
    <p:sldId id="401" r:id="rId11"/>
    <p:sldId id="368" r:id="rId12"/>
    <p:sldId id="394" r:id="rId13"/>
    <p:sldId id="419" r:id="rId14"/>
    <p:sldId id="422" r:id="rId15"/>
    <p:sldId id="402" r:id="rId16"/>
    <p:sldId id="403" r:id="rId17"/>
    <p:sldId id="391" r:id="rId18"/>
    <p:sldId id="393" r:id="rId19"/>
    <p:sldId id="270" r:id="rId20"/>
    <p:sldId id="370" r:id="rId21"/>
    <p:sldId id="395" r:id="rId22"/>
    <p:sldId id="385" r:id="rId23"/>
    <p:sldId id="369" r:id="rId24"/>
    <p:sldId id="404" r:id="rId25"/>
    <p:sldId id="411" r:id="rId26"/>
    <p:sldId id="405" r:id="rId27"/>
    <p:sldId id="387" r:id="rId28"/>
    <p:sldId id="386" r:id="rId29"/>
    <p:sldId id="388" r:id="rId30"/>
    <p:sldId id="397" r:id="rId31"/>
    <p:sldId id="389" r:id="rId32"/>
    <p:sldId id="396" r:id="rId33"/>
    <p:sldId id="398" r:id="rId34"/>
    <p:sldId id="421" r:id="rId35"/>
    <p:sldId id="418" r:id="rId36"/>
    <p:sldId id="410" r:id="rId37"/>
    <p:sldId id="267" r:id="rId38"/>
    <p:sldId id="268" r:id="rId39"/>
    <p:sldId id="390" r:id="rId40"/>
    <p:sldId id="258" r:id="rId41"/>
    <p:sldId id="420" r:id="rId42"/>
    <p:sldId id="257" r:id="rId43"/>
    <p:sldId id="259" r:id="rId44"/>
    <p:sldId id="260" r:id="rId45"/>
    <p:sldId id="261" r:id="rId46"/>
    <p:sldId id="262" r:id="rId47"/>
    <p:sldId id="263" r:id="rId48"/>
    <p:sldId id="264" r:id="rId49"/>
    <p:sldId id="265" r:id="rId50"/>
    <p:sldId id="266" r:id="rId51"/>
    <p:sldId id="399" r:id="rId52"/>
    <p:sldId id="400" r:id="rId53"/>
    <p:sldId id="407" r:id="rId54"/>
    <p:sldId id="408" r:id="rId55"/>
    <p:sldId id="406" r:id="rId56"/>
    <p:sldId id="371" r:id="rId57"/>
    <p:sldId id="372" r:id="rId58"/>
    <p:sldId id="375" r:id="rId59"/>
    <p:sldId id="374" r:id="rId60"/>
    <p:sldId id="376" r:id="rId61"/>
    <p:sldId id="381" r:id="rId62"/>
    <p:sldId id="382" r:id="rId63"/>
    <p:sldId id="377" r:id="rId64"/>
    <p:sldId id="378" r:id="rId65"/>
    <p:sldId id="380" r:id="rId66"/>
    <p:sldId id="379" r:id="rId67"/>
    <p:sldId id="384" r:id="rId68"/>
    <p:sldId id="383" r:id="rId69"/>
    <p:sldId id="373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8FC"/>
    <a:srgbClr val="74CCF2"/>
    <a:srgbClr val="FFA57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391413-71C6-458C-819B-7DF8B65B8C81}" v="79" dt="2026-03-31T14:14:49.9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68" autoAdjust="0"/>
    <p:restoredTop sz="91630" autoAdjust="0"/>
  </p:normalViewPr>
  <p:slideViewPr>
    <p:cSldViewPr snapToGrid="0">
      <p:cViewPr varScale="1">
        <p:scale>
          <a:sx n="103" d="100"/>
          <a:sy n="103" d="100"/>
        </p:scale>
        <p:origin x="130" y="17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modSld">
      <pc:chgData name="Weifeng Xu" userId="e7aed605-a3dd-4d5a-a692-a87037af107b" providerId="ADAL" clId="{F99F8FFF-BA20-43EA-924B-4DF5D2A785F3}" dt="2026-03-31T14:15:05.996" v="351" actId="1076"/>
      <pc:docMkLst>
        <pc:docMk/>
      </pc:docMkLst>
      <pc:sldChg chg="addSp modSp">
        <pc:chgData name="Weifeng Xu" userId="e7aed605-a3dd-4d5a-a692-a87037af107b" providerId="ADAL" clId="{F99F8FFF-BA20-43EA-924B-4DF5D2A785F3}" dt="2026-03-31T13:14:36.279" v="125"/>
        <pc:sldMkLst>
          <pc:docMk/>
          <pc:sldMk cId="162022530" sldId="256"/>
        </pc:sldMkLst>
        <pc:spChg chg="add mod">
          <ac:chgData name="Weifeng Xu" userId="e7aed605-a3dd-4d5a-a692-a87037af107b" providerId="ADAL" clId="{F99F8FFF-BA20-43EA-924B-4DF5D2A785F3}" dt="2026-03-31T13:14:36.279" v="125"/>
          <ac:spMkLst>
            <pc:docMk/>
            <pc:sldMk cId="162022530" sldId="256"/>
            <ac:spMk id="5" creationId="{5731BA3F-179E-DAD6-33A4-3EF49075499B}"/>
          </ac:spMkLst>
        </pc:spChg>
        <pc:picChg chg="add mod">
          <ac:chgData name="Weifeng Xu" userId="e7aed605-a3dd-4d5a-a692-a87037af107b" providerId="ADAL" clId="{F99F8FFF-BA20-43EA-924B-4DF5D2A785F3}" dt="2026-03-31T13:14:36.279" v="125"/>
          <ac:picMkLst>
            <pc:docMk/>
            <pc:sldMk cId="162022530" sldId="256"/>
            <ac:picMk id="4" creationId="{0AA73A1B-CB9C-D9F9-AA68-B674113B7B49}"/>
          </ac:picMkLst>
        </pc:picChg>
      </pc:sldChg>
      <pc:sldChg chg="addSp modSp mod">
        <pc:chgData name="Weifeng Xu" userId="e7aed605-a3dd-4d5a-a692-a87037af107b" providerId="ADAL" clId="{F99F8FFF-BA20-43EA-924B-4DF5D2A785F3}" dt="2026-03-31T14:15:05.996" v="351" actId="1076"/>
        <pc:sldMkLst>
          <pc:docMk/>
          <pc:sldMk cId="1012629768" sldId="259"/>
        </pc:sldMkLst>
        <pc:spChg chg="add mod">
          <ac:chgData name="Weifeng Xu" userId="e7aed605-a3dd-4d5a-a692-a87037af107b" providerId="ADAL" clId="{F99F8FFF-BA20-43EA-924B-4DF5D2A785F3}" dt="2026-03-31T14:15:03.864" v="350" actId="20577"/>
          <ac:spMkLst>
            <pc:docMk/>
            <pc:sldMk cId="1012629768" sldId="259"/>
            <ac:spMk id="3" creationId="{6B86FCB0-8F15-237F-83DF-7A090914AF7E}"/>
          </ac:spMkLst>
        </pc:spChg>
        <pc:picChg chg="mod">
          <ac:chgData name="Weifeng Xu" userId="e7aed605-a3dd-4d5a-a692-a87037af107b" providerId="ADAL" clId="{F99F8FFF-BA20-43EA-924B-4DF5D2A785F3}" dt="2026-03-31T14:15:05.996" v="351" actId="1076"/>
          <ac:picMkLst>
            <pc:docMk/>
            <pc:sldMk cId="1012629768" sldId="259"/>
            <ac:picMk id="6" creationId="{AF16EAFD-2C0F-456D-9CA3-D6293C4D3C7A}"/>
          </ac:picMkLst>
        </pc:picChg>
      </pc:sldChg>
      <pc:sldChg chg="addSp delSp modSp mod">
        <pc:chgData name="Weifeng Xu" userId="e7aed605-a3dd-4d5a-a692-a87037af107b" providerId="ADAL" clId="{F99F8FFF-BA20-43EA-924B-4DF5D2A785F3}" dt="2026-03-31T13:18:23.221" v="135" actId="9405"/>
        <pc:sldMkLst>
          <pc:docMk/>
          <pc:sldMk cId="3560841552" sldId="392"/>
        </pc:sldMkLst>
        <pc:grpChg chg="mod">
          <ac:chgData name="Weifeng Xu" userId="e7aed605-a3dd-4d5a-a692-a87037af107b" providerId="ADAL" clId="{F99F8FFF-BA20-43EA-924B-4DF5D2A785F3}" dt="2026-03-31T13:16:36.484" v="133"/>
          <ac:grpSpMkLst>
            <pc:docMk/>
            <pc:sldMk cId="3560841552" sldId="392"/>
            <ac:grpSpMk id="10" creationId="{45C4A608-EF1B-D69B-BE11-B8BF9A36BA3D}"/>
          </ac:grpSpMkLst>
        </pc:grpChg>
        <pc:picChg chg="add mod">
          <ac:chgData name="Weifeng Xu" userId="e7aed605-a3dd-4d5a-a692-a87037af107b" providerId="ADAL" clId="{F99F8FFF-BA20-43EA-924B-4DF5D2A785F3}" dt="2026-03-31T13:15:25.800" v="127" actId="1076"/>
          <ac:picMkLst>
            <pc:docMk/>
            <pc:sldMk cId="3560841552" sldId="392"/>
            <ac:picMk id="5" creationId="{28321637-74F4-533D-C1AD-85E0861B6035}"/>
          </ac:picMkLst>
        </pc:picChg>
        <pc:inkChg chg="add del">
          <ac:chgData name="Weifeng Xu" userId="e7aed605-a3dd-4d5a-a692-a87037af107b" providerId="ADAL" clId="{F99F8FFF-BA20-43EA-924B-4DF5D2A785F3}" dt="2026-03-31T13:16:29.129" v="129" actId="9405"/>
          <ac:inkMkLst>
            <pc:docMk/>
            <pc:sldMk cId="3560841552" sldId="392"/>
            <ac:inkMk id="6" creationId="{E054E1DD-5CD3-15CB-DEE8-1233CB1C11F4}"/>
          </ac:inkMkLst>
        </pc:inkChg>
        <pc:inkChg chg="add mod">
          <ac:chgData name="Weifeng Xu" userId="e7aed605-a3dd-4d5a-a692-a87037af107b" providerId="ADAL" clId="{F99F8FFF-BA20-43EA-924B-4DF5D2A785F3}" dt="2026-03-31T13:16:36.484" v="133"/>
          <ac:inkMkLst>
            <pc:docMk/>
            <pc:sldMk cId="3560841552" sldId="392"/>
            <ac:inkMk id="7" creationId="{E16C74A9-5D0E-64C5-8019-0CA9579E81CD}"/>
          </ac:inkMkLst>
        </pc:inkChg>
        <pc:inkChg chg="add mod">
          <ac:chgData name="Weifeng Xu" userId="e7aed605-a3dd-4d5a-a692-a87037af107b" providerId="ADAL" clId="{F99F8FFF-BA20-43EA-924B-4DF5D2A785F3}" dt="2026-03-31T13:16:36.484" v="133"/>
          <ac:inkMkLst>
            <pc:docMk/>
            <pc:sldMk cId="3560841552" sldId="392"/>
            <ac:inkMk id="8" creationId="{13DB1556-F382-8307-4035-B67352B49350}"/>
          </ac:inkMkLst>
        </pc:inkChg>
        <pc:inkChg chg="add mod">
          <ac:chgData name="Weifeng Xu" userId="e7aed605-a3dd-4d5a-a692-a87037af107b" providerId="ADAL" clId="{F99F8FFF-BA20-43EA-924B-4DF5D2A785F3}" dt="2026-03-31T13:16:36.484" v="133"/>
          <ac:inkMkLst>
            <pc:docMk/>
            <pc:sldMk cId="3560841552" sldId="392"/>
            <ac:inkMk id="9" creationId="{CA26D1B2-2DDB-7523-2CE4-B9FA0477E56F}"/>
          </ac:inkMkLst>
        </pc:inkChg>
        <pc:inkChg chg="add">
          <ac:chgData name="Weifeng Xu" userId="e7aed605-a3dd-4d5a-a692-a87037af107b" providerId="ADAL" clId="{F99F8FFF-BA20-43EA-924B-4DF5D2A785F3}" dt="2026-03-31T13:18:17.007" v="134" actId="9405"/>
          <ac:inkMkLst>
            <pc:docMk/>
            <pc:sldMk cId="3560841552" sldId="392"/>
            <ac:inkMk id="11" creationId="{367576F5-023E-109E-83D0-9303C6F44247}"/>
          </ac:inkMkLst>
        </pc:inkChg>
        <pc:inkChg chg="add">
          <ac:chgData name="Weifeng Xu" userId="e7aed605-a3dd-4d5a-a692-a87037af107b" providerId="ADAL" clId="{F99F8FFF-BA20-43EA-924B-4DF5D2A785F3}" dt="2026-03-31T13:18:23.221" v="135" actId="9405"/>
          <ac:inkMkLst>
            <pc:docMk/>
            <pc:sldMk cId="3560841552" sldId="392"/>
            <ac:inkMk id="12" creationId="{8E8BA45F-BCBA-B046-ECC2-A749CC5DDE9F}"/>
          </ac:inkMkLst>
        </pc:inkChg>
      </pc:sldChg>
      <pc:sldChg chg="addSp delSp modSp mod">
        <pc:chgData name="Weifeng Xu" userId="e7aed605-a3dd-4d5a-a692-a87037af107b" providerId="ADAL" clId="{F99F8FFF-BA20-43EA-924B-4DF5D2A785F3}" dt="2026-03-31T13:56:33.669" v="312" actId="207"/>
        <pc:sldMkLst>
          <pc:docMk/>
          <pc:sldMk cId="3009929617" sldId="394"/>
        </pc:sldMkLst>
        <pc:spChg chg="mod">
          <ac:chgData name="Weifeng Xu" userId="e7aed605-a3dd-4d5a-a692-a87037af107b" providerId="ADAL" clId="{F99F8FFF-BA20-43EA-924B-4DF5D2A785F3}" dt="2026-03-31T13:47:36.447" v="307" actId="1037"/>
          <ac:spMkLst>
            <pc:docMk/>
            <pc:sldMk cId="3009929617" sldId="394"/>
            <ac:spMk id="2" creationId="{A53C0045-A53A-1CAE-7935-3FB39BDE4D21}"/>
          </ac:spMkLst>
        </pc:spChg>
        <pc:spChg chg="mod">
          <ac:chgData name="Weifeng Xu" userId="e7aed605-a3dd-4d5a-a692-a87037af107b" providerId="ADAL" clId="{F99F8FFF-BA20-43EA-924B-4DF5D2A785F3}" dt="2026-03-31T13:47:36.447" v="307" actId="1037"/>
          <ac:spMkLst>
            <pc:docMk/>
            <pc:sldMk cId="3009929617" sldId="394"/>
            <ac:spMk id="3" creationId="{FD370FB2-94DC-2EB2-661D-0031F0C06F4E}"/>
          </ac:spMkLst>
        </pc:spChg>
        <pc:spChg chg="add mod">
          <ac:chgData name="Weifeng Xu" userId="e7aed605-a3dd-4d5a-a692-a87037af107b" providerId="ADAL" clId="{F99F8FFF-BA20-43EA-924B-4DF5D2A785F3}" dt="2026-03-31T13:47:36.447" v="307" actId="1037"/>
          <ac:spMkLst>
            <pc:docMk/>
            <pc:sldMk cId="3009929617" sldId="394"/>
            <ac:spMk id="4" creationId="{19FED0D6-AF19-63EA-573C-24F57D71054F}"/>
          </ac:spMkLst>
        </pc:spChg>
        <pc:spChg chg="add del mod">
          <ac:chgData name="Weifeng Xu" userId="e7aed605-a3dd-4d5a-a692-a87037af107b" providerId="ADAL" clId="{F99F8FFF-BA20-43EA-924B-4DF5D2A785F3}" dt="2026-03-31T13:45:32.140" v="142"/>
          <ac:spMkLst>
            <pc:docMk/>
            <pc:sldMk cId="3009929617" sldId="394"/>
            <ac:spMk id="5" creationId="{628448E0-E38C-D6F9-A1F7-E953457DD4BB}"/>
          </ac:spMkLst>
        </pc:spChg>
        <pc:spChg chg="add mod">
          <ac:chgData name="Weifeng Xu" userId="e7aed605-a3dd-4d5a-a692-a87037af107b" providerId="ADAL" clId="{F99F8FFF-BA20-43EA-924B-4DF5D2A785F3}" dt="2026-03-31T13:56:33.669" v="312" actId="207"/>
          <ac:spMkLst>
            <pc:docMk/>
            <pc:sldMk cId="3009929617" sldId="394"/>
            <ac:spMk id="7" creationId="{9C5260EF-1476-1597-0115-C0D77A445723}"/>
          </ac:spMkLst>
        </pc:spChg>
        <pc:spChg chg="mod">
          <ac:chgData name="Weifeng Xu" userId="e7aed605-a3dd-4d5a-a692-a87037af107b" providerId="ADAL" clId="{F99F8FFF-BA20-43EA-924B-4DF5D2A785F3}" dt="2026-03-31T13:47:47.249" v="310" actId="1076"/>
          <ac:spMkLst>
            <pc:docMk/>
            <pc:sldMk cId="3009929617" sldId="394"/>
            <ac:spMk id="13" creationId="{658A79A2-F5B9-4BEB-9E88-456708B676CC}"/>
          </ac:spMkLst>
        </pc:spChg>
        <pc:picChg chg="mod">
          <ac:chgData name="Weifeng Xu" userId="e7aed605-a3dd-4d5a-a692-a87037af107b" providerId="ADAL" clId="{F99F8FFF-BA20-43EA-924B-4DF5D2A785F3}" dt="2026-03-31T13:47:36.447" v="307" actId="1037"/>
          <ac:picMkLst>
            <pc:docMk/>
            <pc:sldMk cId="3009929617" sldId="394"/>
            <ac:picMk id="6" creationId="{578B88FF-89B8-4ECB-A0A7-EF23200798C2}"/>
          </ac:picMkLst>
        </pc:picChg>
        <pc:picChg chg="mod">
          <ac:chgData name="Weifeng Xu" userId="e7aed605-a3dd-4d5a-a692-a87037af107b" providerId="ADAL" clId="{F99F8FFF-BA20-43EA-924B-4DF5D2A785F3}" dt="2026-03-31T13:47:36.447" v="307" actId="1037"/>
          <ac:picMkLst>
            <pc:docMk/>
            <pc:sldMk cId="3009929617" sldId="394"/>
            <ac:picMk id="2050" creationId="{6F62EE4B-E78D-4757-B77A-A978A734E457}"/>
          </ac:picMkLst>
        </pc:picChg>
        <pc:cxnChg chg="mod">
          <ac:chgData name="Weifeng Xu" userId="e7aed605-a3dd-4d5a-a692-a87037af107b" providerId="ADAL" clId="{F99F8FFF-BA20-43EA-924B-4DF5D2A785F3}" dt="2026-03-31T13:47:36.447" v="307" actId="1037"/>
          <ac:cxnSpMkLst>
            <pc:docMk/>
            <pc:sldMk cId="3009929617" sldId="394"/>
            <ac:cxnSpMk id="8" creationId="{5FC603A7-F7B4-4525-881E-DFB98BD28F47}"/>
          </ac:cxnSpMkLst>
        </pc:cxnChg>
        <pc:cxnChg chg="mod">
          <ac:chgData name="Weifeng Xu" userId="e7aed605-a3dd-4d5a-a692-a87037af107b" providerId="ADAL" clId="{F99F8FFF-BA20-43EA-924B-4DF5D2A785F3}" dt="2026-03-31T13:47:36.447" v="307" actId="1037"/>
          <ac:cxnSpMkLst>
            <pc:docMk/>
            <pc:sldMk cId="3009929617" sldId="394"/>
            <ac:cxnSpMk id="10" creationId="{1B211736-12B3-468A-9C3D-565F3F76B800}"/>
          </ac:cxnSpMkLst>
        </pc:cxnChg>
      </pc:sldChg>
      <pc:sldChg chg="modSp mod">
        <pc:chgData name="Weifeng Xu" userId="e7aed605-a3dd-4d5a-a692-a87037af107b" providerId="ADAL" clId="{F99F8FFF-BA20-43EA-924B-4DF5D2A785F3}" dt="2026-03-31T14:11:58.731" v="316" actId="20577"/>
        <pc:sldMkLst>
          <pc:docMk/>
          <pc:sldMk cId="1373588954" sldId="397"/>
        </pc:sldMkLst>
        <pc:spChg chg="mod">
          <ac:chgData name="Weifeng Xu" userId="e7aed605-a3dd-4d5a-a692-a87037af107b" providerId="ADAL" clId="{F99F8FFF-BA20-43EA-924B-4DF5D2A785F3}" dt="2026-03-31T14:11:58.731" v="316" actId="20577"/>
          <ac:spMkLst>
            <pc:docMk/>
            <pc:sldMk cId="1373588954" sldId="397"/>
            <ac:spMk id="5" creationId="{DB22832E-54A6-476B-BC9E-EEC6433A4C4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16:32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1407 148 24575,'0'-1'0,"-1"0"0,1 0 0,0 0 0,-1 0 0,1 0 0,-1 0 0,1 0 0,-1 1 0,1-1 0,-1 0 0,0 0 0,0 1 0,1-1 0,-1 0 0,0 1 0,0-1 0,0 1 0,1-1 0,-1 1 0,0 0 0,0-1 0,0 1 0,0 0 0,0-1 0,0 1 0,0 0 0,-2 0 0,-30-4 0,29 4 0,-290-3 0,151 5 0,128-1 0,0 1 0,0 0 0,-14 4 0,13-2 0,-1-1 0,-21 1 0,-49 6 0,59-5 0,-43 1 0,45-5 0,-39 8 0,38-5 0,-41 2 0,61-5 0,0-1 0,0 1 0,0 1 0,0-1 0,0 1 0,1 0 0,-1 1 0,-11 5 0,-48 35 0,49-31 0,-37 21 0,48-30 0,0 1 0,-1-1 0,1 1 0,1 0 0,-1 1 0,1 0 0,-1-1 0,1 2 0,1-1 0,-1 1 0,1-1 0,0 1 0,0 0 0,1 1 0,-1-1 0,-3 13 0,-49 83 0,43-76 0,9-19 0,0 0 0,1 0 0,0 1 0,0-1 0,1 0 0,0 1 0,0 0 0,-1 12 0,2 279 0,3-143 0,-2-151 0,0 1 0,1-1 0,0 0 0,0 0 0,0 0 0,0 1 0,1-1 0,0 0 0,0-1 0,0 1 0,1 0 0,4 7 0,3-1 0,-1 0 0,1 0 0,14 10 0,8 8 0,-22-20 0,0-1 0,1 0 0,0-1 0,1 0 0,0-1 0,0 0 0,19 6 0,-17-7 0,1 1 0,-1 1 0,0 0 0,22 17 0,-10 0 0,-22-20 0,-1 0 0,0-1 0,1 0 0,-1 0 0,1 0 0,0 0 0,0 0 0,0-1 0,0 0 0,1 0 0,-1 0 0,7 2 0,32 10 0,70 32 0,-70-27 0,61 19 0,22-11 0,4 0 0,-89-16 0,0-3 0,0-1 0,0-2 0,71-1 0,-79-2 0,40 6 0,22 1 0,7-9-2688,47 2-1999,-68 8 7143,-47-5-365,44 1 1,1717-5-1282,-846-3-2033,-920 1 1193,52-10 1,-23 2 38,-1 0 145,-31 4 139,44-2 0,-53 5-134,0 0 0,20-4 0,-20 2-165,1 1 0,19-1 0,288 4 6,-154 1 0,-41-12 0,-2 1 0,-101 10 0,11 0 0,0-1 0,56-10 0,-40 2 0,-33 7 0,0-2 0,33-10 0,-47 12 0,1-2 0,-1 1 0,0-1 0,0 0 0,0 0 0,-1-1 0,0 0 0,1 0 0,-2 0 0,10-11 0,-6 7 0,0 0 0,0 1 0,19-13 0,-21 16 0,0 0 0,0-1 0,0 1 0,0-1 0,-1-1 0,0 1 0,0-1 0,-1 0 0,8-14 0,45-86 0,-53 97 0,0-1 0,0-1 0,-1 1 0,3-14 0,11-27 0,-11 34 0,-5 12 0,0 0 0,1 1 0,0-1 0,0 0 0,1 1 0,-1 0 0,6-6 0,-2 3 0,-1 0 0,0-1 0,0 0 0,-1 0 0,0 0 0,-1-1 0,1 0 0,-2 0 0,0 0 0,0 0 0,3-20 0,-3-6 0,-2 1 0,-3-44 0,0 9 0,1 58 0,0 0 0,-1 0 0,0 1 0,-1-1 0,-1 1 0,0-1 0,0 1 0,-1 0 0,0 1 0,-11-16 0,-5-13 0,15 27 0,-1 1 0,0 0 0,-1 1 0,0-1 0,0 1 0,-1 1 0,-1-1 0,0 2 0,-14-11 0,18 14 0,0-1 0,1 1 0,0-1 0,-7-10 0,8 11 0,0-1 0,0 1 0,0 0 0,-1 1 0,1-1 0,-1 1 0,0 0 0,-7-4 0,-9-4 0,-43-27 0,46 28 0,-1 0 0,0 2 0,-1 0 0,0 1 0,0 1 0,-38-8 0,7 1 0,-22-16 0,55 21 0,-1 1 0,-25-7 0,26 10 0,-4-1 0,1 1 0,-1 0 0,0 2 0,-30-1 0,9 2 0,0-2 0,-45-10 0,46 6 0,-1 2 0,-50-1 0,69 6 0,-46-8 0,45 5 0,-42-2 0,35 4-215,-39-7 1,38 4 117,-42-1 1,-1479 6 767,717 1-720,822 0 49,1 1 0,-1 0 0,-15 4 0,14-2 0,0-1 0,-22 1 0,-32-4 0,41-1 0,1 2 0,-1 0 0,-51 10 0,45-5 0,0-2 0,0-2 0,-1-1 0,-41-4 0,-6 1 0,-41 2-1365,107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16:35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1134 24575,'21'-2'0,"-1"1"0,25-7 0,-23 4 0,35-2 0,-42 4 0,-1 0 0,0-1 0,0 0 0,0-1 0,0-1 0,17-8 0,-18 7 0,1 0 0,1 2 0,-1-1 0,1 2 0,27-4 0,33 5-187,0 4 0,0 4-1,95 18 1,-108-16-379,84 2 1,-9-3-34,176 14-2,-144-12-4927,21 2 5431,38 10 1229,-167-17-589,-26-2 340,-1 1-1,1 1 1,64 18-1,25 7 1113,-22-6-490,-51-6-1505,-34-11 0,0 0 0,1-2 0,-1 0 0,1 0 0,25 0 0,818-3-442,-403-3 271,211 2 96,-635-2 75,0-1 0,56-14 0,24-3 0,88-16 0,-144 23 0,-30 7-1,132-22-15,-149 27 53,0-1 0,0 0-1,0-1 1,0 0 0,0 0 0,0-1 0,19-11-1,-26 13-16,0-1 0,0 0-1,0 0 1,0 0-1,-1 0 1,1-1-1,-1 1 1,0-1 0,0 0-1,0 0 1,0 0-1,-1-1 1,1 1-1,-1 0 1,0-1-1,-1 0 1,1 1 0,-1-1-1,0 0 1,1-6-1,0-22-19,-2 25 0,0 0 0,1 0 0,0 0 0,0 0 0,1 0 0,0 1 0,0-1 0,1 0 0,5-11 0,37-51 0,-30 49 0,-1-1 0,15-30 0,-6 7 0,-16 32 0,0 0 0,-1-1 0,9-29 0,4-12 0,-14 43 0,-1 0 0,0 0 0,-1 0 0,0 0 0,1-16 0,8-58 0,-2 28 0,9-37 0,-13 72 0,0 0 0,-2 0 0,2-41 0,-6 57 0,1-3 0,-1-1 0,-1 0 0,1 0 0,-1 0 0,-1 0 0,0 1 0,-1-1 0,-6-16 0,8 27 0,0 0 0,0 0 0,0 0 0,1 1 0,-1-1 0,0 1 0,0-1 0,1 0 0,-1 1 0,0-1 0,0 1 0,1 0 0,-1-1 0,0 1 0,1-1 0,-1 1 0,1 0 0,-1 0 0,1-1 0,-1 1 0,1 0 0,0 0 0,-1 1 0,-1 0 0,-12 14 0,-1-1 0,0 0 0,-2-1 0,1-1 0,-26 15 0,-17 14 0,1-5 0,49-33 0,0 1 0,0 0 0,1 0 0,0 1 0,0 0 0,0 0 0,1 1 0,0 0 0,0 0 0,-8 12 0,11-14 0,1-1 0,-1 0 0,-1 0 0,1 0 0,-1 0 0,1-1 0,-1 0 0,0 0 0,0 0 0,0 0 0,-11 3 0,9-4 0,0 2 0,0-1 0,0 1 0,0 0 0,1 0 0,-9 8 0,10-7 0,1 1 0,0-1 0,0 1 0,1 0 0,-4 9 0,-16 23 0,23-38-39,-1 0 0,1 1 0,0-1 0,0 1 0,-1-1 0,1 0 0,0 1 0,-1-1 0,1 0 0,0 0 0,-1 1 0,1-1 0,-1 0 0,1 0 0,0 1 0,-1-1 0,1 0 0,-1 0 0,1 0 0,-1 0 0,1 0 0,-1 0 0,1 0 0,0 0 0,-1 0 0,1 0 0,-1 0 0,1 0 0,-1 0 0,1 0 0,-1 0 0,1 0 0,0 0 0,-2-1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16:35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24575,'22'-1'0,"1"1"0,-1 2 0,0 0 0,1 1 0,-1 1 0,-1 2 0,23 7 0,84 24 0,-122-34 0,-1 0 0,1 0 0,0 0 0,-1 1 0,0-1 0,0 1 0,7 7 0,22 15 0,-26-21 27,-1 0-1,-1 0 0,1 1 1,7 9-1,22 16-1523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18:17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641 333 24575,'-42'17'0,"34"-14"0,1 0 0,-1 1 0,1 0 0,0 1 0,0-1 0,0 1 0,-11 11 0,-12 10 0,26-24 0,-1 1 0,1-1 0,-1 0 0,0 0 0,0 0 0,1-1 0,-1 1 0,-9 0 0,9-1 0,0 0 0,0 0 0,0 0 0,1 0 0,-1 1 0,0 0 0,0 0 0,1 1 0,-8 4 0,-14 11 0,-2 0 0,0-2 0,-46 19 0,71-34 0,-7 3 0,1-1 0,0-1 0,-19 4 0,22-5 0,-1 0 0,1 0 0,0 0 0,0 1 0,0 0 0,0 0 0,0 1 0,1 0 0,-1 0 0,1 0 0,0 0 0,-6 6 0,5-5 0,1 1 0,0 0 0,1 0 0,-1 0 0,1 1 0,0 0 0,1-1 0,-1 1 0,1 1 0,0-1 0,0 0 0,1 1 0,-2 9 0,-13 45 0,11-40 0,0 1 0,1-1 0,2 1 0,-3 37 0,6-41 0,1 0 0,1 0 0,0 0 0,1 0 0,8 24 0,-7-31 0,0 0 0,1 0 0,1 0 0,0-1 0,0 0 0,1 0 0,0 0 0,1-1 0,9 10 0,-8-9 0,0 0 0,-1 1 0,11 18 0,-14-20 0,0 0 0,1 0 0,1-1 0,-1 0 0,1 0 0,1 0 0,9 7 0,-7-7 0,0 1 0,-1 0 0,15 19 0,-17-19 0,0-1 0,0 0 0,1-1 0,0 1 0,0-1 0,15 9 0,75 49 0,-79-54 0,-10-6 0,1 0 0,0 0 0,0-1 0,17 4 0,4-1 0,0-1 0,0-2 0,61 1 0,2-4 0,76-4 0,-105-7 0,-45 6 0,0 1 0,24 0 0,-18 1 0,0-1 0,0-1 0,28-8 0,-29 6 0,1 1 0,0 0 0,33 0 0,-35 4 0,0-1 0,26-7 0,-3 1 0,-2 1 0,-9 1 0,69-2 0,1485 9 0,-1566 0 0,43 8 0,-42-5 0,36 3 0,93-9 0,63 4 0,-125 8 0,-54-5 0,50 1 0,32-8 0,132 4 0,-184 8 0,-43-6 0,45 3 0,-11-7 0,-20-1 0,1 1 0,74 12 0,-83-7 0,42 1 0,25 4 0,-46-3 0,0-3 0,99-5 0,-54-1 0,316 2 0,-386 1 0,49 10 0,-14-1 0,-1-2 0,-27-3 0,57 2 0,384-8 0,-451 0 0,45-9 0,-44 6 0,42-2 0,326 6 0,-382 0 0,0 0 0,0-2 0,0 1 0,0-1 0,0-1 0,0 0 0,-1-1 0,0 1 0,1-2 0,16-9 0,-11 3 0,0-1 0,-1 0 0,0-1 0,-1-1 0,15-18 0,-6 7 0,-12 13 0,-1 0 0,15-22 0,-21 28 0,-1 0 0,-1 0 0,1 0 0,-1 0 0,0 0 0,0 0 0,-1 0 0,0-1 0,0 1 0,0-8 0,-4-172 0,1 172 0,-1-1 0,-1 1 0,0 0 0,-1 0 0,-7-16 0,6 18 0,0-1 0,2 1 0,0-1 0,0-1 0,1 1 0,-1-15 0,3 15 0,0 0 0,-1 0 0,0-1 0,-1 2 0,0-1 0,-1 0 0,-1 0 0,0 1 0,-10-18 0,-1-7 0,15 33 0,-1-1 0,1 0 0,-1 1 0,0-1 0,-1 1 0,1-1 0,-1 1 0,0 0 0,0 0 0,0 0 0,-6-5 0,2 3 0,1-1 0,-1 0 0,2 0 0,-1-1 0,1 1 0,0-1 0,-5-10 0,6 9 0,-1 0 0,0 0 0,-1 1 0,0 0 0,0 0 0,-11-9 0,2 4 0,-11-10 0,0 2 0,-2 0 0,-51-28 0,-6 10 0,35 9 0,27 15 0,-2 0 0,-34-14 0,43 23 0,0 2 0,-25-4 0,28 6 0,0-1 0,1 0 0,-1 0 0,1-2 0,-18-7 0,-10-6 0,-1 2 0,-1 2 0,-71-15 0,102 27 0,-12-3 0,0 2 0,-36 0 0,34 2 0,0-1 0,-25-5 0,-3-4 0,3-1 0,0 2 0,-1 2 0,-70-1 0,28 11 0,-123-3 0,160-9 0,41 6 0,-1 1 0,-21-1 0,-527 3 35,276 3-675,218-2 640,-90 12 0,76-4-8,-156-6-1,117-4-1125,-228 2 2890,336 1-1756,-1 1 0,-27 6 0,26-5 0,0 0 0,-19 1 0,-525-2 0,270-4 0,158 0-168,-150 4-353,212 8 815,50-6-162,-1 0 0,-21-1-1,-54-5-131,-74 4 0,104 14-1365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18:23.2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540 106 24575,'-13'1'0,"1"2"0,-1 0 0,0 0 0,1 1 0,0 0 0,-13 8 0,16-8 0,-67 35 0,53-26 0,-45 19 0,51-26 0,1 1 0,0 1 0,0 0 0,-20 14 0,29-17 0,-1 2 0,1-1 0,0 1 0,1 0 0,0 0 0,0 0 0,0 1 0,1 0 0,-8 15 0,5-7 0,-1-1 0,-13 17 0,16-25 0,0 1 0,1-1 0,0 1 0,1 0 0,-1 0 0,2 1 0,-1-1 0,1 1 0,0 0 0,1-1 0,0 1 0,-1 11 0,1 31 0,6 62 0,-3-107 0,0-1 0,1 1 0,-1-1 0,1 1 0,0-1 0,1 0 0,-1 0 0,1 0 0,4 5 0,35 43 0,-21-29 0,2 6 0,-15-20 0,-1 1 0,2-1 0,-1-1 0,2 0 0,15 13 0,18 10 0,29 20 0,-35-25 0,8 5 0,8-3 0,-21-11 0,0-1 0,2-2 0,41 14 0,-22-17 0,60 6 0,-104-16 0,1 0 0,-1 1 0,0 0 0,15 8 0,18 6 0,150 40 0,-165-52 0,1-1 0,-1-2 0,1-1 0,51-4 0,-6 1 0,814 2 0,-866-1 0,-1-1 0,25-5 0,35-4 0,-51 9 0,0-2 0,51-13 0,8-2 0,16-1 0,-15 2 0,-59 10 0,0 2 0,1 2 0,37-2 0,-3 8 0,-20-1 0,47-4 0,-78 1 0,0 0 0,0-1 0,-1 0 0,1-1 0,-1 0 0,0-1 0,21-11 0,-22 10 0,-1 0 0,1 1 0,13-3 0,33-14 0,-27 7 0,1 2 0,0 1 0,36-8 0,-16 5 0,-47 13 0,0-1 0,1 1 0,-1-1 0,0-1 0,-1 1 0,1-1 0,-1 1 0,1-1 0,-1-1 0,0 1 0,0 0 0,4-8 0,-1 1 0,0 0 0,-1 0 0,0-1 0,6-18 0,-7 13 0,-1-1 0,-1 1 0,-1-1 0,0-31 0,1 3 0,6-11 0,1-10 0,-10 61 0,2-28 0,-3 0 0,-4-37 0,3 59 0,0 1 0,0 1 0,-2-1 0,1 0 0,-1 1 0,-1-1 0,0 1 0,0 0 0,-1 1 0,-10-14 0,13 18 0,-1 0 0,1-1 0,0 1 0,0-1 0,1 0 0,-3-8 0,4 9 0,-1 0 0,1 1 0,-1-1 0,0 1 0,0-1 0,-1 1 0,1 0 0,-1 0 0,0 0 0,0 0 0,0 1 0,-6-6 0,-6 0 0,0 1 0,-1 0 0,0 1 0,0 1 0,0 0 0,-1 1 0,0 1 0,-25-3 0,-44-13 0,50 10 0,0 2 0,0 1 0,0 2 0,-1 2 0,-50 1 0,72 1 0,0 0 0,0-1 0,0 0 0,-29-10 0,-59-26 0,54 18 0,26 13 0,-1 1 0,0 0 0,0 2 0,0 1 0,0 1 0,-1 1 0,-26 2 0,35-2 0,1 0 0,0-1 0,-15-4 0,-38-4 0,-494 8-505,276 4 29,-168-2 1457,448 0-981,1 1 0,-1-1 0,1 1 0,-1 0 0,1 1 0,-1-1 0,1 1 0,0 0 0,0 1 0,0-1 0,0 1 0,0 0 0,0 0 0,1 0 0,-8 8 0,2-4 0,-41 22 0,22-14 0,6-4 0,-41 14 0,-5 3 0,30-9 0,5-2 0,0-1 0,-48 14 0,40-16 0,-49 23 0,65-24 0,-1-2 0,0-1 0,-1-1 0,0-1 0,-36 5 0,38-11-1365,4-1-5461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4T12:59:45.7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295 3368 24575,'0'-13'0,"0"0"0,1 0 0,1 0 0,0 1 0,1-1 0,0 1 0,10-24 0,-4 7 0,-1 1 0,-1-1 0,-2 0 0,3-41 0,-6 56 0,6-41 0,-4 35 0,-1-1 0,1-24 0,-3 25 0,8-39 0,-5 38 0,2-40 0,-7-891 0,-9 792 0,-1-7 0,-3-97 0,14 258 0,-7-421 0,9 247 0,-2-346 0,0 523 0,0 1 0,0-1 0,0 0 0,0 1 0,0-1 0,-1 0 0,1 0 0,-1 1 0,0-1 0,0 1 0,0-1 0,0 1 0,-1-1 0,1 1 0,0 0 0,-1-1 0,0 1 0,-1-2 0,1 3 0,-1 0 0,1-1 0,0 1 0,0 0 0,0 1 0,-1-1 0,1 0 0,0 1 0,-1-1 0,1 1 0,-1 0 0,1 0 0,0 0 0,-1 0 0,1 0 0,-1 0 0,1 1 0,-1-1 0,1 1 0,-4 1 0,-2 1 0,0 0 0,0 1 0,0 0 0,1 1 0,0-1 0,0 2 0,0-1 0,1 1 0,-1-1 0,1 2 0,1-1 0,-1 1 0,1 0 0,-7 13 0,-19 20 0,11-16 0,9-13 0,1 0 0,1 1 0,0 0 0,1 1 0,0 0 0,-9 21 0,13-26 0,1-1 0,-1 0 0,0 0 0,-10 11 0,-10 21 0,23-39 0,1 0 0,0 0 0,0 1 0,-1-1 0,1 0 0,0 1 0,0-1 0,0 0 0,0 1 0,0-1 0,-1 1 0,1-1 0,0 0 0,0 1 0,0-1 0,0 0 0,0 1 0,0-1 0,0 1 0,0-1 0,0 0 0,0 1 0,1-1 0,-1 0 0,0 1 0,0-1 0,0 0 0,0 1 0,0-1 0,1 0 0,-1 1 0,0-1 0,0 0 0,1 1 0,-1-1 0,0 0 0,0 0 0,1 1 0,-1-1 0,0 0 0,1 0 0,-1 0 0,0 1 0,1-1 0,-1 0 0,0 0 0,1 0 0,-1 0 0,1 0 0,-1 0 0,0 0 0,1 0 0,-1 0 0,1 0 0,-1 0 0,0 0 0,1 0 0,-1 0 0,0 0 0,1 0 0,-1 0 0,0 0 0,1-1 0,24-9 0,-1-8-1365,-12 11-5461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4T12:59:46.6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24575,'3'1'0,"0"0"0,0 0 0,0 1 0,0-1 0,-1 1 0,1-1 0,0 1 0,-1 0 0,0 0 0,1 0 0,2 4 0,8 5 0,35 32 0,-39-34 0,0-1 0,0 0 0,1 0 0,19 12 0,-17-12 0,0 0 0,-1 1 0,0 0 0,0 1 0,-1 0 0,-1 0 0,16 23 0,-16-21 0,1 1 0,0-2 0,1 1 0,0-1 0,1-1 0,13 10 0,81 55 0,-23-25-1365,-70-42-5461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3:35:29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5716 339 24575,'-29'0'0,"-2"1"0,1-2 0,-1-1 0,-48-9 0,55 7 0,-1 1 0,0 1 0,-47 2 0,46 1 0,1-1 0,-1-1 0,-39-7 0,29 3 0,-1 0 0,1 3 0,-57 3 0,-43-3 0,63-8 0,43 5 0,-45-1 0,-49-5 0,1 1 0,96 8 0,-40-7 0,40 5 0,-41-2 0,4 6 0,21 1 0,-1-2 0,-80-12 0,74 7 0,1 1 0,-1 3 0,-62 4 0,13 1 0,-1341-3 0,1425 0 0,0 2 0,0 0 0,-15 5 0,13-3 0,1-1 0,-23 1 0,-76-5 0,-45 2 0,103 9 0,41-6 0,0-1 0,-22 1 0,-61 7 0,67-6 0,-49 0 0,61-5 0,0 1 0,0 1 0,-35 7 0,9 1 0,-1-2 0,0-2 0,-79 0 0,107-6 0,-1 1 0,1 0 0,-38 9 0,-1-1 0,48-9 0,0 1 0,0 1 0,0 0 0,0 0 0,0 1 0,1 0 0,0 0 0,-12 6 0,-3 4 0,15-9 0,1 1 0,0-1 0,0 1 0,0 1 0,0-1 0,1 1 0,0 1 0,-7 7 0,1 1 0,-1 0 0,-1-1 0,0 0 0,-30 20 0,-74 34 0,62-34 0,30-19 0,1 1 0,-31 26 0,-8 21 0,59-57 0,1-2 0,1 1 0,0 0 0,0-1 0,0 2 0,1-1 0,-4 7 0,5-9 0,0 0 0,0 0 0,-1 0 0,1 0 0,0 0 0,-1-1 0,0 1 0,0-1 0,-5 4 0,5-4 0,0 0 0,0 0 0,0 0 0,1 0 0,-1 1 0,1-1 0,0 1 0,0-1 0,0 1 0,0 0 0,-3 5 0,-2 12 0,3-9 0,0-1 0,0 0 0,-1 0 0,0-1 0,0 0 0,-10 11 0,6-7 0,1 0 0,0 0 0,0 1 0,1 0 0,1 0 0,0 1 0,-7 30 0,7-15 0,1 1 0,1 0 0,0 33 0,4 296 0,2-338 0,0-1 0,5 24 0,-2-22 0,1 36 0,-3-35 0,1-1 0,1 1 0,1-1 0,1 0 0,1-1 0,19 39 0,12 35 0,-16-29 0,-6-23 0,12 57 0,-25-87 0,0-1 0,1-1 0,0 1 0,0-1 0,2 0 0,12 19 0,1-4 0,35 38 0,-38-49 0,2 1 0,39 26 0,-34-27 0,30 27 0,-17-7 0,-24-21 0,1-2 0,0 0 0,1 0 0,1-1 0,0-1 0,30 15 0,-3-7 0,0-1 0,85 21 0,-24-9 0,-72-19 0,63 13 0,-51-15 0,44 15 0,-30-8 0,-13-3 0,38 9 0,-58-16 0,1 0 0,38 18 0,1-1 0,65 8-648,-41-11 616,119 25-664,-167-38 679,1-1-1,0-2 1,0-2-1,66-5 1,-15 1 0,83 13 22,6-1-31,200-10 1527,-358 1-1501,47 8 0,-46-4 0,45 1 0,-43-4 0,40 7 0,-40-5 0,42 2 0,1074-6 0,-1130-1 0,-1-1 0,0 0 0,1 0 0,-1-1 0,21-9 0,-21 8 0,1-1 0,0 2 0,-1 0 0,1 0 0,19-1 0,319 4 0,-151 2 0,-184-3 0,0-1 0,28-6 0,-27 4 0,1 1 0,19-1 0,-13 4 0,0-2 0,42-8 0,3-7 0,107-19 0,-119 27 0,-35 5 0,0 1 0,26-1 0,418 5 0,-458-2 0,0 0 0,0-1 0,0 0 0,0 0 0,0-1 0,0 1 0,-1-2 0,1 1 0,-1-1 0,0 0 0,0-1 0,0 0 0,-1 0 0,9-8 0,5-3 0,44-47 0,-51 50 0,0 0 0,12-14 0,-5 3 0,2 3 0,1 0 0,34-24 0,-29 25 0,38-38 0,24-41 0,-71 82 0,133-113 0,-125 104 0,-23 22 0,0 0 0,0 0 0,0 0 0,1 0 0,-1 1 0,1-1 0,0 1 0,6-3 0,-1 2 0,-1-1 0,-1 0 0,1-1 0,-1 0 0,0 0 0,0-1 0,0 0 0,-1 0 0,8-12 0,-9 13 0,1 0 0,0 1 0,-1-1 0,9-4 0,-9 7 0,0-1 0,0 0 0,-1-1 0,1 1 0,-1-1 0,0 0 0,6-9 0,-2 2 0,1 0 0,0 1 0,1 0 0,22-16 0,13-14 0,-37 31 0,-1 0 0,0 0 0,-1-1 0,0 0 0,-1-1 0,0 1 0,-1-1 0,0 0 0,-1-1 0,-1 1 0,0-1 0,3-21 0,-2-14 0,-1-1 0,-6-53 0,1 21 0,2 64 0,1-10 0,-1-1 0,-2 1 0,-10-51 0,9 66 0,-5-17 0,2 0 0,0 0 0,-2-53 0,6 52 0,-2 0 0,-1 0 0,-1 1 0,-2-1 0,-14-35 0,-11-39 0,23 68 0,-22-48 0,-6-17 0,25 42 0,11 44 0,-2-1 0,1 1 0,-2-1 0,-6-14 0,1 9 0,-5-10 0,-1 0 0,-35-51 0,16 37 0,-42-51 0,40 60 0,-11-12 0,37 36 0,0 1 0,-1 0 0,-1 0 0,0 1 0,-15-8 0,9 5 0,-27-23 0,35 27 0,0 1 0,0 0 0,-1 1 0,0 0 0,-18-7 0,-68-22 0,75 28 0,-11-2 0,-62-11 0,79 19 0,0 1 0,0 0 0,-1 2 0,1 0 0,-18 3 0,-84 22 0,90-19 0,13-2 0,-1 1 0,1 0 0,1 1 0,-1 1 0,1 0 0,0 1 0,1 1 0,0 0 0,-14 15 0,-17 10 0,22-17 0,-25 25 0,3-9 0,6-5 0,35-26 4,0 0-1,0 0 1,0-1-1,-1 0 0,1 0 1,-1 0-1,1 0 1,-1 0-1,0-1 1,0 0-1,1 0 0,-6 0 1,-21 5-1414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3:35:33.5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1060 24575,'-2'-68'0,"4"-76"0,1 125 0,2-1 0,0 1 0,0 1 0,12-26 0,-1 3 0,32-81 0,-45 117 0,0 0 0,0 1 0,1-1 0,0 0 0,0 1 0,0 0 0,0 0 0,0 0 0,1 0 0,0 1 0,0 0 0,7-4 0,-4 2 0,-1 0 0,1 0 0,11-11 0,103-95 0,6-17 0,-121 123 0,0 0 0,1 0 0,-1 0 0,1 1 0,0 0 0,0 1 0,0-1 0,1 2 0,12-4 0,38-15 0,-34 8 0,-1-1 0,40-29 0,-47 31 0,0 1 0,1 1 0,0 1 0,0 1 0,28-9 0,11-5 0,-51 19 0,1 0 0,0 1 0,-1 0 0,1 1 0,0 0 0,0 0 0,0 0 0,1 1 0,-1 0 0,0 0 0,0 1 0,0-1 0,0 2 0,0-1 0,0 1 0,-1 0 0,1 0 0,0 1 0,-1 0 0,0 0 0,9 7 0,109 58 0,-96-54 0,-1 0 0,0 1 0,-1 2 0,-1 1 0,32 28 0,-20-12 0,-28-27 0,0 1 0,-1 0 0,1 1 0,-1 0 0,-1 0 0,0 0 0,8 14 0,9 32 0,-1 1 0,24 98 0,-26-27 0,-18-99 0,3 13 0,-6-39 0,0-1 0,1 1 0,-1 0 0,1 0 0,0 0 0,0 0 0,0-1 0,-1 1 0,1 0 0,1 0 0,-1-1 0,0 1 0,0-1 0,1 0 0,1 2 0,-2-3 4,0 1-1,-1-1 1,1 0 0,0 0-1,0 0 1,0 0 0,0-1-1,0 1 1,0 0-1,-1 0 1,1 0 0,0-1-1,0 1 1,0 0 0,0-1-1,-1 1 1,1-1-1,0 1 1,0-1 0,-1 1-1,1-1 1,0 0 0,-1 1-1,1-1 1,-1 0-1,1 1 1,-1-1 0,1 0-1,-1 0 1,0 0 0,1 1-1,-1-2 1,15-28-1489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3:35:35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0 159 24575,'16'17'0,"-1"1"0,14 23 0,-21-27 0,1-2 0,0 1 0,1-1 0,1-1 0,-1 0 0,2 0 0,17 13 0,4 1 0,-25-18 0,0-1 0,0 0 0,13 7 0,23 15 0,-34-20 0,0-1 0,1 0 0,-1-1 0,23 10 0,-30-15 0,0 0 0,0-1 0,0 1 0,-1-1 0,1 1 0,0-1 0,0 0 0,0 0 0,0 0 0,0 0 0,0-1 0,0 1 0,0-1 0,-1 0 0,1 0 0,0 0 0,0 0 0,-1 0 0,1-1 0,-1 1 0,1-1 0,-1 1 0,1-1 0,-1 0 0,3-4 0,113-104 0,-103 94 0,-1-1 0,-1 0 0,-1-1 0,13-25 0,-9 17 0,-8 14 0,0 1 0,1 0 0,1 1 0,10-10 0,6-6 0,-22 21 0,1-1 0,-1 0 0,0 0 0,5-13 0,-6 12 0,0 1 0,0 0 0,1 0 0,0 0 0,0 1 0,6-7 0,15-13-1365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42:27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341 0 24575,'-6'1'0,"0"0"0,0 0 0,1 0 0,-1 1 0,0 0 0,0 0 0,1 0 0,-1 1 0,1 0 0,0 0 0,0 0 0,0 1 0,0 0 0,-6 6 0,5-5 0,1 0 0,-2-1 0,1 1 0,0-1 0,-1-1 0,0 1 0,-14 4 0,10-4 0,0-1 0,1 1 0,-1 1 0,1 0 0,0 1 0,0 0 0,1 0 0,-1 1 0,1 0 0,1 0 0,-11 12 0,13-12 0,0 0 0,0 1 0,1 0 0,0 0 0,0 1 0,1-1 0,0 1 0,0 0 0,1 0 0,0 0 0,1 0 0,0 1 0,-2 17 0,4-19 0,0 1 0,0-1 0,1 0 0,0 0 0,0 1 0,4 10 0,-4-15 0,1 0 0,0-1 0,-1 1 0,1 0 0,1-1 0,-1 0 0,0 1 0,1-1 0,0 0 0,0 0 0,0 0 0,0-1 0,0 1 0,7 3 0,-2 0 0,-1-1 0,0 1 0,0 0 0,7 9 0,-9-10 0,0 0 0,0 0 0,0-1 0,0 1 0,1-1 0,0 0 0,0 0 0,0-1 0,9 4 0,37 14 0,-38-15 0,1 0 0,0 0 0,29 5 0,62 10 0,-57-13 0,-27-3 0,0-2 0,33 2 0,10-4 0,103-4 0,-156 3 0,0-2 0,0 0 0,0 0 0,-1-1 0,1 0 0,-1-1 0,0 0 0,0-1 0,0 0 0,-1-1 0,0 0 0,0-1 0,16-14 0,17-15 0,-35 30 0,-1 0 0,1 0 0,-1 0 0,0-1 0,-1 0 0,0-1 0,0 1 0,9-16 0,4-12 0,-14 27 0,0-1 0,0 1 0,-1-1 0,-1 0 0,1 0 0,-1 0 0,-1 0 0,0-1 0,1-9 0,-2 16 0,0-9 0,0-1 0,-1 1 0,-1-1 0,-2-18 0,2 28 0,0-1 0,0 1 0,0-1 0,0 1 0,-1 0 0,0-1 0,1 1 0,-1 0 0,0 0 0,-1 0 0,1 0 0,0 1 0,-1-1 0,0 0 0,1 1 0,-1 0 0,0 0 0,0 0 0,-6-3 0,-5-3 0,0 1 0,-1 1 0,0 0 0,0 1 0,0 1 0,0 0 0,-1 1 0,-29-2 0,22 3 0,-37-6 0,37 3 0,-41-1 0,43 6-1365,3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42:31.0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1 131 24575,'0'-1'0,"0"0"0,1 0 0,-1 0 0,1 0 0,-1 0 0,1 1 0,0-1 0,-1 0 0,1 0 0,0 0 0,0 1 0,-1-1 0,1 0 0,0 1 0,0-1 0,0 1 0,0-1 0,0 1 0,0-1 0,1 1 0,27-11 0,-22 8 0,11-3 0,1 2 0,24-5 0,2 1 0,-21 4 0,-1 1 0,1 1 0,42 2 0,-42 1 0,0-1 0,1-1 0,33-6 0,-15 0-110,61-3 0,-62 7-219,70-13 0,-70 8 329,1 1 0,60 0 0,89 8 0,-68 1 0,299-2 878,-405 1-878,1 0 0,-1 2 0,0 0 0,0 1 0,30 11 0,83 41 0,-112-47 0,-6-4 0,1 0 0,0-1 0,0-1 0,19 2 0,17 5 0,-8 2 0,63 29 0,19 6 0,-88-37 0,-12-4 0,37 15 0,-43-13 0,-12-6 0,0 0 0,-1 1 0,1 0 0,0 0 0,-1 0 0,0 1 0,7 5 0,0 1 0,1 0 0,0 0 0,1-1 0,0-1 0,0 0 0,28 10 0,-32-13 0,0 0 0,-1 1 0,0 0 0,0 1 0,11 9 0,-13-8 0,2-1 0,-1-1 0,1 0 0,0 0 0,18 8 0,-17-9 0,0 1 0,0 0 0,-1 0 0,0 1 0,0 0 0,12 12 0,-10-8 0,1 0 0,17 10 0,-16-12 0,0 0 0,-1 1 0,0 0 0,-1 1 0,18 21 0,40 68 0,-16-29 0,-36-50 0,27 44 0,-18-25 0,2 0 0,50 54 0,-59-72 0,18 16 0,-27-29 0,0 1 0,0 0 0,9 14 0,-8-9 0,2-1 0,0 0 0,0-1 0,16 11 0,16 17 0,-36-33 0,1 0 0,-1-1 0,1 0 0,1-1 0,-1 0 0,1 0 0,0-1 0,14 4 0,-20-6 0,0 0 0,-1 0 0,1 0 0,-1 1 0,0 0 0,0-1 0,0 1 0,-1 1 0,1-1 0,-1 0 0,5 10 0,-5-9 0,0 0 0,1 1 0,-1-1 0,1-1 0,0 1 0,1-1 0,-1 1 0,1-1 0,0 0 0,6 3 0,-1-1 0,-1 0 0,0 0 0,0 0 0,-1 1 0,0 1 0,0-1 0,-1 1 0,12 16 0,2 2 0,-16-22 0,0 1 0,0-1 0,1 0 0,-1 0 0,1 0 0,0-1 0,12 5 0,-10-5 0,0 1 0,0 0 0,-1 0 0,11 9 0,-8-4-195,1-1 0,-1 0 0,1-1 0,0 0 0,1-1 0,14 6 0,-13-7-6631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42:31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409 0 24575,'4'2'0,"0"-1"0,0 1 0,-1 0 0,1 1 0,0-1 0,-1 1 0,1-1 0,-1 1 0,0 0 0,0 0 0,6 8 0,-1-2 0,21 26 0,-25-29 0,0 1 0,1-1 0,0-1 0,0 1 0,1-1 0,7 7 0,-11-11 0,0 0 0,1 1 0,-1 0 0,0-1 0,0 1 0,0 0 0,0 0 0,0 0 0,-1 0 0,1 1 0,0-1 0,-1 0 0,0 1 0,0-1 0,0 1 0,2 3 0,-3-4 0,-1 1 0,1-1 0,0 1 0,-1 0 0,1-1 0,-1 1 0,0-1 0,0 1 0,0-1 0,0 1 0,0-1 0,0 0 0,-1 0 0,1 0 0,-1 1 0,0-1 0,-2 2 0,-3 2 0,0 0 0,0 0 0,-1-1 0,0 1 0,0-2 0,0 1 0,-1-1 0,1-1 0,-1 1 0,0-1 0,0-1 0,-10 2 0,-47 18 0,-187 82 0,235-96-283,-1 1-1,1 0 0,-23 17 1,38-25 52,-10 7-6595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41.54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465 297 24575,'-5'0'0,"-1"0"0,1 1 0,-1-1 0,0 1 0,1 0 0,0 1 0,-1-1 0,1 1 0,0 0 0,0 0 0,0 1 0,-7 4 0,1 1 0,1 1 0,0 1 0,-16 19 0,26-29 0,-7 7 0,-1 0 0,1-1 0,-1 0 0,0-1 0,0 1 0,-13 4 0,10-4 0,1 0 0,0 0 0,-17 14 0,21-14 0,1 1 0,0-1 0,0 1 0,0 0 0,-4 8 0,5-7 0,0-1 0,0 0 0,-1-1 0,0 1 0,-9 8 0,-10 4 0,20-17 0,1 0 0,0 0 0,0 0 0,0 0 0,0 1 0,0 0 0,0-1 0,1 1 0,-1 0 0,1 0 0,0 1 0,0-1 0,0 0 0,0 1 0,1-1 0,-1 1 0,-1 6 0,-19 115 0,18-102 0,-12 33 0,10-39 0,1 0 0,1 0 0,1 0 0,-2 19 0,5-30 0,0-1 0,0 1 0,1-1 0,0 1 0,0-1 0,0 0 0,0 1 0,1-1 0,0 0 0,0 0 0,0 0 0,1 0 0,0 0 0,0-1 0,0 1 0,0-1 0,6 6 0,3 0 0,0-1 0,1-1 0,0 1 0,1-2 0,0 0 0,0-1 0,0 0 0,1-1 0,17 4 0,47 19 0,19 4 0,-77-23 0,1-1 0,-1-1 0,1-1 0,1 0 0,-1-2 0,1-1 0,-1-1 0,46-1 0,-22 1 0,-1 2 0,56 11 0,-56-7 0,2-1 0,48-1 0,409-7 0,-488 2 0,0 1 0,27 6 0,-26-4 0,0-1 0,20 0 0,533-1 0,-279-4 0,129 2 0,-404-1 0,0-1 0,27-6 0,-26 5 0,1 0 0,19-1 0,532 2 0,-277 4 0,-211-3 0,89 3 0,-113 8 0,-42-7 0,1 0 0,22 1 0,94-5 0,52 3 0,-114 7 0,-44-4 0,45 2 0,-24-7 0,95-2 0,-133 0 0,0 0 0,0 0 0,0-1 0,0-1 0,0 1 0,-1-1 0,0-1 0,16-10 0,-16 9 0,0 1 0,0 0 0,1 0 0,0 1 0,0 0 0,0 0 0,0 1 0,18-3 0,3 4 0,-24 2 0,1 0 0,-1 0 0,0 0 0,1-1 0,-1 0 0,0-1 0,0 1 0,0-1 0,0 0 0,0-1 0,0 1 0,-1-1 0,1 0 0,5-5 0,4-4 0,0-2 0,23-26 0,-34 34 0,0 0 0,0 1 0,0-2 0,-1 1 0,0 0 0,0-1 0,-1 0 0,0 1 0,0-1 0,0 0 0,0-10 0,1-32 0,-2 26 0,1 1 0,5-27 0,-3 27 0,-1 0 0,0-1 0,-2 0 0,-1 1 0,-1-1 0,-1 1 0,-1-1 0,-7-27 0,9 45 0,0-2 0,-1 0 0,1 0 0,-2 1 0,1-1 0,-1 0 0,0 1 0,0 0 0,-8-11 0,-18-18 0,-2 2 0,-1 1 0,-41-33 0,-30-27 0,102 91 0,-3-5 0,-1 1 0,-1 0 0,1 0 0,-1 0 0,0 1 0,0-1 0,0 1 0,0 1 0,-1-1 0,1 1 0,-1 1 0,-9-4 0,-8-2 0,0-1 0,-43-22 0,40 17 0,-42-15 0,13 9 0,1 1 0,-86-18 0,34 15 0,8 3 0,67 11 0,-1 2 0,-54-4 0,68 9 0,1-1 0,-19-5 0,-35-3 0,33 9 0,-70-10 0,57 4 0,0 3 0,-102 5 0,55 1 0,4-4 0,-105 4 0,167 3 0,-44 11 0,52-10 0,-1 0 0,0-2 0,-37 1 0,30-5 0,-1 2 0,-46 8 0,46-5 0,-46 0 0,46-3 0,-49 7 0,50-4 0,-41 1 0,-29 5 0,22-2 0,53-7 0,-39 8 0,42-6 0,1-1 0,-1-2 0,-46-2 0,-27 2 0,75 2 0,0 2 0,-28 8 0,32-8 0,0 0 0,0-1 0,-37 3 0,6-7 0,24 0 0,0 0 0,-1 2 0,-42 8 0,45-6 0,0-1 0,0-1 0,-49-2 0,49-2 0,-1 2 0,1 1 0,-45 8 0,35-3 0,-46 3 0,-15 2 0,-18 10 0,-37 6 0,219-25-1365,-49-2-5461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44.04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5212 24575,'0'-673'0,"1"657"0,1 0 0,6-28 0,-4 27 0,-1 0 0,1-20 0,-4 35 0,1-37 0,10-67 0,-7 77 0,1-45 0,-4 49 0,0-1 0,9-39 0,1-12 0,-8 52 0,8-37 0,36-164 0,-38 177 0,-5 28 0,0-1 0,0-32 0,-6-49 0,4-88 0,18 84 0,-18 88 0,1 0 0,1 1 0,8-25 0,-6 25 0,-2 1 0,0-1 0,0 0 0,0-21 0,-2 16 0,9-42 0,-4 27 0,15-66 0,10-30 0,-3 15 0,-24 99 0,1 0 0,16-36 0,-13 35 0,-1 0 0,7-29 0,30-139 0,-34 146 0,17-82 0,-22 94 0,2 0 0,23-54 0,-21 56 0,54-118 0,-21 67 0,46-106 0,-59 143 0,-22 32 0,0 0 0,-1 0 0,6-14 0,-2 2 0,1 0 0,1 1 0,1 0 0,1 1 0,0 0 0,37-35 0,-40 43 0,0-1 0,13-20 0,18-20 0,19-29 0,-58 78 0,0 0 0,-1 0 0,0-1 0,0 0 0,0 0 0,0 0 0,1-8 0,-2 8 0,0 0 0,1 1 0,-1-1 0,1 0 0,0 1 0,0 0 0,8-10 0,19-17 0,2 2 0,69-52 0,14-6 0,-68 50 0,-37 29 0,0 0 0,0 1 0,1 1 0,0 0 0,22-11 0,6 0 0,-1-1 0,41-27 0,-71 41 0,0 2 0,1-1 0,-1 1 0,1 0 0,-1 1 0,18-3 0,-15 3 0,0 0 0,-1-1 0,1 0 0,10-5 0,-7 2 0,1 1 0,0 0 0,27-4 0,-29 6 0,0 1 0,0-2 0,0 0 0,0 0 0,21-12 0,-9 3 0,1 1 0,1 2 0,34-10 0,5-2 0,-30 10 0,1 1 0,0 2 0,0 1 0,1 2 0,0 2 0,62 0 0,-79 5 0,1-2 0,0 0 0,-1-1 0,28-7 0,-17 3 0,0 2 0,0 1 0,1 2 0,46 4 0,-2-1 0,19-4 0,101 5 0,-140 7 0,-42-6 0,0-1 0,24 1 0,-26-4 0,-1 0 0,1 1 0,-1 0 0,1 1 0,-1 0 0,0 1 0,0 0 0,0 1 0,0 0 0,22 13 0,17 10 0,1-3 0,66 23 0,-29-14 0,92 50 0,-152-71 0,1-1 0,0-1 0,49 8 0,-46-11 0,0 1 0,59 24 0,-81-26 0,-1 0 0,0 1 0,-1 0 0,0 0 0,0 1 0,9 10 0,33 27 0,-40-36 0,0 1 0,0 0 0,-1 0 0,-1 1 0,0 0 0,9 15 0,1-1 0,2 3 0,-8-13 0,-1 2 0,0 0 0,-1 0 0,17 37 0,-22-37 0,-1 0 0,0 1 0,-1 0 0,-1 0 0,-1 0 0,0 0 0,-2 27 0,0 4-98,1-22-155,-1 1-1,-2 0 1,0-1-1,-8 32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46.11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 24575,'18'0'0,"0"2"0,0 0 0,0 1 0,0 0 0,34 13 0,79 43 0,-77-33 0,-51-24 2,-1-1 0,1 0-1,0 0 1,0 0 0,0 0-1,1 0 1,-1 0 0,0-1-1,0 0 1,0 0-1,0 1 1,1-2 0,-1 1-1,0 0 1,0-1 0,0 1-1,0-1 1,0 0 0,0 0-1,4-2 1,1-2-29,-1 0 0,0 0 1,-1-1-1,1 0 0,10-12 0,14-14-1212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52.75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4268 24575,'45'2'0,"-31"-1"0,0 0 0,1-1 0,-1 0 0,0-1 0,0-1 0,1 0 0,-1-1 0,25-9 0,-24 6 0,1 1 0,0 1 0,-1 0 0,1 1 0,1 1 0,-1 1 0,0 0 0,0 1 0,18 1 0,54-2 0,-31-9 0,-42 6 0,-1 1 0,26-2 0,-16 5 0,0-2 0,41-8 0,73-11 0,-24 0 0,-26 9 0,-17 3 0,-33 4 0,0 2 0,42 2 0,-43 1 0,0-2 0,49-7 0,-5 0 0,-56 7 0,45-9 0,-7-1 0,95-6 0,-130 14 0,48-12 0,-55 10 0,1 1 0,1 1 0,38-3 0,318 9 0,-356-4 0,0 0 0,0-2 0,35-10 0,-34 8 0,0 1 0,0 1 0,29-2 0,12 6 0,-36 1 0,-1-1 0,1-1 0,-1-2 0,32-6 0,23-5 0,-28 6 0,80-13 0,-98 15 0,1 2 0,-1 2 0,72 4 0,-23 0 0,23 0 0,118-4 0,-184-4 0,55-14 0,-30 5 0,17-5 0,19-4 0,84-16 0,-151 33 0,-15 2 0,0 1 0,45-2 0,-33 3 0,0-1 0,0-1 0,33-10 0,-5 2 0,43-11 0,-81 19 0,36-12 0,4-1 0,-46 13 0,0-1 0,28-12 0,-33 11 0,1 1 0,0 1 0,1 0 0,-1 1 0,21-3 0,-23 6 0,-1-2 0,0 1 0,-1-2 0,19-7 0,-18 6 0,-1 1 0,1 1 0,-1 0 0,1 0 0,12-1 0,-8 2 0,0-1 0,-1-1 0,1 0 0,27-13 0,-25 10 0,-1 1 0,1 0 0,24-4 0,-28 7 0,1-1 0,-1 0 0,0 0 0,0-2 0,0 0 0,-1 0 0,0-1 0,0 0 0,-1-1 0,1-1 0,13-14 0,-2 3 0,98-82 0,-86 75 0,-2-2 0,43-48 0,-55 55 0,-7 6 0,-2 0 0,20-31 0,-22 29 0,1 1 0,26-29 0,-23 30 0,-1 0 0,0-1 0,-1 0 0,-1-1 0,14-32 0,-18 30 0,-1 1 0,4-22 0,-7 26 0,1 0 0,0 0 0,1 0 0,1 1 0,7-15 0,-1 6 0,-1-2 0,-2 1 0,9-31 0,-8 22 0,15-32 0,-5 13 0,-3-1 0,-2 0 0,10-64 0,-10 47 0,-9 45 0,1-1 0,13-33 0,-13 40 0,-1 0 0,-2 0 0,3-21 0,-1 8 0,15-115 0,-16 108 0,-1 0 0,-1 0 0,-6-66 0,1 20 0,2-272 0,-2 341 0,0-1 0,-1 1 0,-1-1 0,-1 1 0,0 0 0,-1 0 0,-1 1 0,-10-18 0,-9-22 0,2 3 0,-3 0 0,-41-58 0,-62-72 0,97 137 0,11 18 0,-1 2 0,-1 1 0,-1 1 0,-39-27 0,44 34 0,-20-25 0,33 33 0,0-1 0,0 2 0,-18-15 0,-146-101-1365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54.22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360 1 24575,'-1'2'0,"1"1"0,-1 0 0,1 0 0,-1-1 0,0 1 0,0 0 0,0-1 0,-1 1 0,1-1 0,0 1 0,-1-1 0,0 0 0,1 0 0,-1 1 0,-3 1 0,-39 33 0,12-11 0,28-21 0,0-1 0,0 0 0,-1 0 0,1-1 0,-1 1 0,0-1 0,0 0 0,-1 0 0,1-1 0,-1 0 0,1 0 0,-9 2 0,9-2 0,0 0 0,0 1 0,1-1 0,-1 1 0,0 0 0,1 0 0,0 0 0,0 1 0,0-1 0,0 1 0,-5 7 0,-25 21 0,22-22 0,-1 1 0,2 1 0,0 1 0,0-1 0,-11 18 0,19-24-114,1 0 1,-1 1-1,1-1 0,0 1 0,0-1 1,1 1-1,0 0 0,0 0 0,0-1 1,1 1-1,1 8 0,-1 3-6712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58.09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3917 24575,'50'0'0,"-1"2"0,0-4 0,77-10 0,-78 5 0,1 3 0,89 3 0,-86 3 0,0-3 0,66-9 0,-52 2 0,0 4 0,94 5 0,-48 2 0,-77-5 0,44-7 0,-44 4 0,47-1 0,-27 3 0,96-16 0,-47 3 0,-33 5 0,-42 5 0,1 2 0,34-1 0,-48 4 0,1 0 0,25-7 0,29-2 0,-47 8 0,0-1 0,-1-1 0,25-8 0,-23 6 0,0 0 0,37-2 0,-30 4 0,0-1 0,-1-2 0,31-10 0,32-7 0,53-4 0,-98 19 0,-27 4 0,1 2 0,30-1 0,21 5 0,62-2 0,-79-9 0,-41 6 0,-1 2 0,23-3 0,-2 5 0,-6-1 0,-1 0 0,51-9 0,48-12 0,-24 1 0,-81 17 0,-1 1 0,1 1 0,24 1 0,-24 1 0,0-1 0,0-1 0,25-5 0,-26 3 0,1 0 0,27 1 0,-27 2 0,0-1 0,25-5 0,-10-3 0,0 3 0,1 1 0,47-1 0,-66 5 0,0 0 0,-1-1 0,1-1 0,19-6 0,-19 4 0,0 1 0,0 1 0,36-3 0,64 9 0,72-3 0,-86-20 0,124-21 0,-84 21 0,-93 11 0,-37 6 0,0 1 0,26-2 0,41-5 0,2 0 0,-67 8 0,37-7 0,-37 6 0,38-4 0,13 7 0,-40 1 0,1-1 0,-1-2 0,53-9 0,13-5 0,-72 13 0,-1 0 0,0-1 0,1-2 0,-2 0 0,32-13 0,-36 12 0,0 1 0,32-8 0,-33 11 0,0-2 0,0 0 0,26-12 0,-26 10 0,-1 1 0,31-8 0,17-7 0,-32 8 0,-1 2 0,2 0 0,-1 3 0,41-7 0,25-3 0,-62 10 0,0 2 0,51-3 0,-58 6 0,1 0 0,55-16 0,-17 4 0,-53 12 0,-1-1 0,0 0 0,0-1 0,0-1 0,-1 0 0,1 0 0,-1-1 0,-1-1 0,1 0 0,16-15 0,-13 10 0,32-21 0,-34 25 0,0 1 0,-1-1 0,0-1 0,17-18 0,-13 8 0,-4 4 0,1 1 0,0 0 0,1 1 0,1 0 0,27-19 0,-27 23 0,0-2 0,-1 0 0,21-23 0,-22 21 0,0 1 0,0 1 0,25-18 0,-32 25 0,1 0 0,-1-1 0,0 0 0,-1 0 0,1-1 0,-1 1 0,-1-1 0,8-13 0,22-30 0,-11 25 0,42-43 0,24-19 0,-51 50 0,59-73 0,-51 55 0,-32 36 0,0 0 0,14-29 0,-18 30 0,1 0 0,0 1 0,26-30 0,-28 37 0,-1 0 0,0-1 0,6-12 0,16-21 0,2-9 0,-18 26 0,-9 18 0,-1-1 0,0 0 0,5-18 0,-6 17 0,0 1 0,1-1 0,6-13 0,-8 21 0,26-48 0,2 1 0,39-48 0,-56 80 0,-1-1 0,-1-1 0,11-23 0,-13 24 0,2-7 0,-1 0 0,-2-1 0,-1 0 0,-1 0 0,4-40 0,-8 54 0,2 0 0,-1 0 0,8-16 0,-7 18 0,0 1 0,0-1 0,-1 0 0,-1 0 0,2-14 0,-2 8 0,1 0 0,1 1 0,0-1 0,1 1 0,10-22 0,-6 17 0,-1-1 0,5-23 0,5-24 0,-12 51 0,-1-1 0,0 1 0,-2-1 0,3-28 0,-5 36 0,0-1 0,1 0 0,1 1 0,0-1 0,7-17 0,-5 17 0,-1 0 0,-1 0 0,0 0 0,3-21 0,4-36 0,-6 49 0,3-38 0,-6 37 0,9-38 0,-6 40 0,-1-1 0,1-20 0,-9 40 0,-5 10 0,-11 13 0,20-22 0,-10 10 0,-1 0 0,0-1 0,0-1 0,-1 0 0,0-1 0,-20 10 0,-26 17 0,56-33-85,0 0 0,1 0-1,-1 1 1,1-1 0,0 1-1,0 0 1,0-1 0,0 1-1,0 0 1,0 0 0,1 1-1,0-1 1,-1 0 0,1 0-1,-1 5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1:59:59.1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24575,'0'4'0,"0"4"0,0 5 0,0 3 0,4 3 0,0 2 0,5-3 0,-1-1 0,-1 0 0,2-2 0,0-1 0,-3 1 0,2 2 0,0 1 0,-2 2 0,1-4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0:27.63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0"/>
      <inkml:brushProperty name="anchorY" value="0"/>
      <inkml:brushProperty name="scaleFactor" value="0.5"/>
    </inkml:brush>
  </inkml:definitions>
  <inkml:trace contextRef="#ctx0" brushRef="#br0">213 16 24575,'0'0'0,"0"3"0,0 7 0,0 2 0,0 5 0,0 2 0,0 1 0,0 2 0,0 0 0,0-1 0,0 1 0,0 0 0,0-1 0,0 0 0,0 0 0,-4-4 0,-4-4 0,-5-5 0,-3-3 0,-3-3 0,-1-2 0,-2 0 0,0-1 0,0 0 0,5-4 0,0 0 0,4-4 0,4-3 0,3-4 0,3-2 0,2-1 0,1-2 0,5 4 0,0-1 0,0 1 0,3 3 0,-1-1 0,-1 0 0,3 3 0,-2-2 0,3 3 0,3 3 0,3 3 0,-3 6 0,-2 6 0,1 1 0,-2 4 0,-4 3 0,-1 3 0,-2 1 0,-6-2 0,-1-1 0,-1 2 0,1 0 0,-3-4 0,1-7 0,0-8 0,2-7 0,1-6 0,-2 0 0,-1-3 0,2-1 0,-4 4 0,1-2 0,-3 4 0,2-1 0,1 7 0,2 7 0,6 2 0,5 2 0,7 0 0,-1 3 0,3-1 0,-3 3 0,2-1 0,-3 3 0,2-2 0,-7-3 0,-3-6 0,-7-2 0,-1-5 0,-4-2 0,-4 1 0,0-3 0,3-2 0,-2 1 0,3 6 0,2 7 0,2 6 0,2 7 0,6-1 0,5-2 0,5-3 0,4-4 0,3-1 0,0-2 0,-2-6 0,-5-5 0,-3-5 0,-9-3 0,-3-2 0,-1-2 0,-5 4 0,0-1 0,-3 5 0,-2 3 0,-4 4 0,-1 3 0,-2 1 0,3-2 0,4-4 0,5-5 0,2 6 0,4 6 0,1 6 0,1 7 0,1 4 0,0 3 0,0 2 0,-1 1 0,1 1 0,-1-1 0,4-4 0,4-5 0,5-4 0,4-4 0,-2-7 0,1-2 0,-3-1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0:41.9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632 64 24575,'-24'0'0,"1"0"0,-1 2 0,-39 9 0,-64 11 0,91-15 0,18-3 0,0 0 0,1 0 0,-26 12 0,19-6 0,2 0 0,1 0 0,-35 21 0,51-27 0,-1 1 0,0-1 0,1 1 0,0 0 0,0 0 0,1 1 0,-1-1 0,1 1 0,0 0 0,1 0 0,-1 1 0,1-1 0,-3 11 0,-7 23 0,5-16 0,0 0 0,2 0 0,1 1 0,1 0 0,-2 36 0,6-53 0,0-1 0,0 1 0,1-1 0,0 1 0,0-1 0,1 1 0,0-1 0,1 0 0,-1 0 0,1 0 0,1 0 0,-1 0 0,1-1 0,7 10 0,-6-8 0,0 0 0,-1 1 0,6 14 0,-8-17 0,0-1 0,0 1 0,0-1 0,1 0 0,0 1 0,0-1 0,1 0 0,0-1 0,-1 1 0,1-1 0,9 8 0,173 125 0,-175-129 0,0-1 0,1-1 0,0 0 0,0-1 0,15 5 0,-10-4 0,0 1 0,16 8 0,-13-4 0,2-1 0,-1-2 0,1 0 0,0-1 0,1-1 0,-1-1 0,38 3 0,-9-5 0,59 8 0,-70-6 0,76-1 0,-78-4 0,0 2 0,49 7 0,102 12 0,-144-12 0,32 6 0,1-3 0,121 3 0,-115-16 0,126 3 0,-140 7 0,-44-4 0,46 2 0,-55-6 0,0 1 0,23 5 0,32 3 0,15-11 0,36 2 0,-66 9 0,-42-6 0,1-1 0,22 1 0,94-5 0,51 2 0,-113 9 0,-44-6 0,46 3 0,705-8 0,-764 0 0,0 0 0,0-1 0,16-4 0,29-4 0,25-1 0,-53 6 0,46-1 0,-2 7 0,61-2 0,-78-9 0,-42 6 0,1 2 0,22-3 0,35-5 0,-55 6 0,38-3 0,-32 7 0,-1-2 0,44-8 0,6-4 0,76-3 0,-44-3 0,-63 11 0,21-2 0,-28 6 0,-1 0 0,0-3 0,-1 0 0,33-14 0,46-12 0,-38 17 0,108-28 0,-175 42 0,0 0 0,-1-1 0,0 1 0,0-1 0,0-1 0,0 1 0,0-1 0,-1 0 0,0 0 0,0-1 0,6-9 0,-4 7 0,0-1 0,1 1 0,17-14 0,-21 19 0,-1 0 0,1 0 0,-1-1 0,0 0 0,1 1 0,-1-1 0,-1 0 0,1 0 0,-1-1 0,0 1 0,0-1 0,0 1 0,0-1 0,-1 1 0,1-1 0,-1 0 0,0-6 0,1-10 0,-1 0 0,-4-40 0,0 13 0,5-16 0,0 41 0,-2 1 0,0-1 0,-1 0 0,-6-29 0,6 48 0,0 0 0,-1 0 0,1 1 0,-1-1 0,0 0 0,0 0 0,0 1 0,-1-1 0,1 1 0,-1 0 0,0 0 0,-6-6 0,-2 1 0,0 1 0,-21-11 0,21 12 0,1 0 0,0 0 0,0-1 0,-10-8 0,6 3 0,-1 1 0,0 1 0,-1 0 0,-1 1 0,-20-9 0,-31-16 0,55 27 0,-1 0 0,-1 1 0,-25-7 0,-21-7 0,44 12 0,0 2 0,-1 1 0,0 0 0,0 1 0,0 1 0,0 0 0,-36 1 0,29 1 0,-43-8 0,41 4 0,-39-1 0,-585 7 0,635 0 0,1 1 0,-29 6 0,27-4 0,0-1 0,-20 0 0,22-2 0,-10-1 0,1 2 0,-47 8 0,49-6 0,-1-1 0,-26 0 0,25-2 0,1 1 0,-25 6 0,11-3 0,0 0 0,-1-3 0,-72-4 0,26 0 0,-966 2 0,1026 1 0,1 1 0,-25 6 0,24-4 0,-46 3 0,-60-9 0,-96 4 0,169 8 0,41-6 0,1-1 0,-23 1 0,-127-6 0,-69 4 0,177 8 0,42-6 0,-1-2 0,-22 3 0,-238-5 0,133-1 0,124 4 0,19-3 0,0 0 0,0 0 0,0 0 0,0 0 0,0 1 0,0-1 0,0 0 0,0 0 0,0 0 0,0 0 0,0 1 0,0-1 0,0 0 0,0 0 0,0 0 0,0 1 0,0-1 0,0 0 0,0 0 0,0 0 0,0 0 0,0 0 0,0 1 0,0-1 0,0 0 0,1 0 0,-1 0 0,0 0 0,0 0 0,0 1 0,0-1 0,0 0 0,0 0 0,1 0 0,-1 0 0,0 0 0,0 0 0,0 0 0,0 0 0,1 0 0,-1 0 0,0 0 0,0 0 0,1 0 0,29 12 0,29 7 88,-47-14-451,1 0 0,-1-1-1,24 4 1,-18-6-6463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0:44.9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5504 24575,'4'-2'0,"0"1"0,1-1 0,-1 1 0,0-1 0,0 0 0,0-1 0,-1 1 0,1-1 0,-1 1 0,7-7 0,1 0 0,100-79 0,-102 82 0,1 0 0,-1 1 0,1 0 0,0 0 0,0 1 0,1 1 0,-1 0 0,12-2 0,29-10 0,-48 13 0,1 0 0,0 0 0,-1 0 0,1 0 0,-1-1 0,0 0 0,0 1 0,0-1 0,0 0 0,0-1 0,-1 1 0,1 0 0,2-6 0,24-53 0,-20 42 0,-3 3 0,-2 9 0,-1-1 0,1 1 0,1 0 0,8-12 0,-1 1 0,-2 0 0,1 0 0,-2-1 0,-1-1 0,-1 1 0,0-1 0,-2-1 0,5-31 0,16-62 0,-7 43 0,-9 36 0,20-51 0,7-20 0,-26 57 0,8-67 0,1-9 0,-14 95 0,2 0 0,14-35 0,-2 5 0,-4 11 0,-9 31 0,0-1 0,-2 0 0,0 0 0,-1 0 0,2-41 0,-5 44 0,0 1 0,7-27 0,2-28 0,-10 59 0,0-12 0,1 0 0,2 0 0,5-27 0,-3 30 0,-2-1 0,0-30 0,-2 29 0,1 0 0,6-25 0,-6 33 0,0-1 0,1-21 0,-4 25 0,2 1 0,0-1 0,0 1 0,1 0 0,1 0 0,3-12 0,29-89 0,-27 80 0,1 1 0,18-40 0,-20 52 0,0-1 0,-2 0 0,0 0 0,-1 0 0,1-25 0,-2 19 0,2 0 0,9-36 0,4 9 0,41-133 0,-38 60 0,0-21 0,-21 145 0,3-11 0,0 0 0,1 1 0,0-1 0,11-22 0,-7 18 0,0-1 0,-1 0 0,4-21 0,1 0 0,5 1 0,-13 29 0,0 0 0,0 0 0,4-15 0,5-29 0,-3 14 0,8-59 0,5-67 0,-18 137 0,1 0 0,17-48 0,6-23 0,-17 53 0,1 1 0,3 1 0,34-67 0,-39 83 0,0-1 0,7-38 0,1 0 0,-14 55 0,0 0 0,1 1 0,7-12 0,14-31 0,14-28 0,-12 17 0,6-19 0,-31 77 0,0 0 0,0 0 0,0 0 0,1 1 0,0-1 0,0 1 0,0 1 0,10-8 0,16-21 0,67-87 0,-36 58 0,-49 50 0,1 1 0,0 0 0,1 1 0,0 0 0,0 2 0,1 0 0,1 0 0,21-7 0,43-24 0,-68 32 0,1 1 0,0 0 0,0 1 0,1 0 0,0 1 0,0 1 0,0 0 0,0 1 0,1 1 0,0 0 0,17 1 0,13 0-56,-28-1-206,1 2 0,-1 0 0,0 2 1,28 4-1,-33-1-6564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0:46.6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 24575,'4'1'0,"0"1"0,0 0 0,0 0 0,-1 0 0,1 1 0,0-1 0,-1 1 0,0 0 0,0 0 0,0 0 0,0 0 0,3 5 0,3 1 0,4 6 0,0 1 0,-1 1 0,-1-1 0,17 36 0,-27-50 0,0 1 0,0 0 0,0 0 0,0 1 0,-1-1 0,1 0 0,-1 0 0,0 0 0,0 0 0,0 0 0,0 0 0,0 1 0,-1-1 0,0 0 0,1 0 0,-1 0 0,0 0 0,-2 3 0,-3 6 0,-1 0 0,0 0 0,-10 11 0,-10 18 0,-49 112-1365,70-141-5461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0:49.7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8:14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2377 2422 24575,'0'2'0,"-1"1"0,0-1 0,0 0 0,0 0 0,0 0 0,0 0 0,0 0 0,0 0 0,-1-1 0,1 1 0,-1 0 0,1-1 0,-1 1 0,0-1 0,1 1 0,-1-1 0,0 0 0,-2 2 0,-38 18 0,22-17 0,0 0 0,1-2 0,-1 0 0,0-1 0,0-1 0,-27-3 0,-13 1 0,39 1 0,0-1 0,1-1 0,-1-1 0,1 0 0,0-2 0,0 0 0,0-1 0,-18-10 0,-16 1 0,44 14 0,1 0 0,0-1 0,0 1 0,1-2 0,-1 1 0,-15-10 0,12 6 0,0 1 0,0 0 0,-1 1 0,1 0 0,-1 1 0,-23-4 0,-24-8 0,31 6 0,8 3 0,0 0 0,1-1 0,0-1 0,-34-22 0,36 20 0,-1 1 0,0 1 0,0 0 0,-35-10 0,-9-4 0,34 10 0,1-2 0,1-1 0,-29-23 0,34 24 0,-31-18 0,-70-33 0,121 65 0,-110-56 0,-50-14 0,127 53 0,2-1 0,-35-27 0,-2 1 0,47 31 0,-41-31 0,33 17 0,16 15 0,1 0 0,-31-20 0,35 27 0,1-1 0,1 0 0,-1-1 0,1 0 0,0 0 0,-12-17 0,-36-63 0,45 69 0,2 3 0,2 0 0,-11-32 0,-1-4 0,15 42 0,1 0 0,0 0 0,1-1 0,0 1 0,0-1 0,1-13 0,3-69 0,0 35 0,-3 22 0,0 24 0,1 1 0,0-1 0,0 0 0,1 0 0,0 1 0,1-1 0,1 1 0,-1-1 0,2 1 0,0 0 0,5-11 0,14-13 0,-16 26 0,0 0 0,-1-1 0,8-18 0,-10 20 0,0 0 0,1 0 0,0 0 0,9-10 0,13-20 0,-24 34 0,0 0 0,0 0 0,0 0 0,1 0 0,0 1 0,0-1 0,0 1 0,0 0 0,6-3 0,17-13 0,-8 2 0,144-118 0,-152 126 0,0-1 0,-1 1 0,0-2 0,0 1 0,-1-1 0,10-18 0,-14 24 0,-1 0 0,1 0 0,0 1 0,0 0 0,1 0 0,-1 0 0,1 0 0,0 1 0,0 0 0,0 0 0,0 1 0,0 0 0,10-3 0,-6 2 0,0 0 0,0-1 0,0-1 0,13-7 0,238-147 0,-228 140 0,57-28 0,-67 37 0,37-24 0,-53 31 0,-1 0 0,1 0 0,0 1 0,0-1 0,0 1 0,0 1 0,0 0 0,0 0 0,9 0 0,72 3 0,-39 0 0,-31-1-97,-9-1-156,0 0-1,0 0 0,0-1 1,16-2-1,-11-2-6572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2:08:16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24575,'0'1'0,"0"0"0,1 0 0,-1 0 0,1 0 0,-1 0 0,1 0 0,0 0 0,-1 0 0,1 0 0,0 0 0,0 0 0,0 0 0,0-1 0,0 1 0,-1 0 0,1-1 0,0 1 0,2 0 0,23 13 0,-20-12 0,11 9 0,1 0 0,-2 0 0,25 23 0,-23-18 0,1-1 0,22 13 0,32 25 0,-10-7 0,-40-34 0,-20-11 0,-1 0 0,1 0 0,-1 0 0,0 0 0,1 0 0,-1 1 0,0-1 0,0 1 0,0 0 0,0-1 0,0 1 0,0 0 0,0 0 0,0 0 0,-1 0 0,1 1 0,-1-1 0,0 0 0,0 1 0,0-1 0,0 0 0,0 1 0,0 0 0,0-1 0,-1 1 0,0-1 0,1 1 0,-1 0 0,0 4 0,-2 2 0,0-1 0,0 1 0,-1 0 0,0-1 0,-1 0 0,0 0 0,0 0 0,-1 0 0,0 0 0,-7 7 0,-7 15 0,-1 1 0,13-21 0,0 1 0,1-1 0,0 1 0,1 0 0,-4 13 0,6-17 0,1-1 0,-1 0 0,0 0 0,-1 0 0,1 0 0,-1-1 0,-1 1 0,1-1 0,-1 0 0,1 0 0,-1-1 0,-6 5 0,3-2 0,-2 4-1365,3-1-5461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nw23q14vzsykyup/Ch01InChap01.dd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https://www.dropbox.com/s/nw23q14vzsykyup/Ch01InChap01.dd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57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-q https://raw.githubusercontent.com/frankwxu/digital-forensics-lab/main/Basic_Computer_Skills_for_Forensics/file_carving/usb_file/J_ub_law.jpg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0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tune2fs -l /dev/sda1 | grep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6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https://www.offshoreclippingpath.com/difference-between-jpg-and-jpeg/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41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https://www.print-driver.com/stories/huffman-coding-jpeg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8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-q https://raw.githubusercontent.com/frankwxu/digital-forensics-lab/main/Basic_Computer_Skills_for_Forensics/file_carving/usb_file/J_ub_law.jpg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16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'The University of Baltimore ' | tr -s '[:</a:t>
            </a:r>
            <a:r>
              <a:rPr lang="en-GB" dirty="0" err="1"/>
              <a:t>alnum</a:t>
            </a:r>
            <a:r>
              <a:rPr lang="en-GB" dirty="0"/>
              <a:t>:]' '*’ </a:t>
            </a:r>
          </a:p>
          <a:p>
            <a:r>
              <a:rPr lang="en-GB" dirty="0"/>
              <a:t>echo 'The University of Baltimore ' | tr -cs '[:</a:t>
            </a:r>
            <a:r>
              <a:rPr lang="en-GB" dirty="0" err="1"/>
              <a:t>alnum</a:t>
            </a:r>
            <a:r>
              <a:rPr lang="en-GB" dirty="0"/>
              <a:t>:]' '*’</a:t>
            </a:r>
          </a:p>
          <a:p>
            <a:r>
              <a:rPr lang="en-GB" dirty="0"/>
              <a:t>echo 'The University of Baltimore ' | tr -cs '[:</a:t>
            </a:r>
            <a:r>
              <a:rPr lang="en-GB" dirty="0" err="1"/>
              <a:t>alnum</a:t>
            </a:r>
            <a:r>
              <a:rPr lang="en-GB" dirty="0"/>
              <a:t>:]' '\n'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6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'The University of Baltimore is a public university in Baltimore, Maryland. ' | tr -cs '[:</a:t>
            </a:r>
            <a:r>
              <a:rPr lang="en-GB" dirty="0" err="1"/>
              <a:t>alnum</a:t>
            </a:r>
            <a:r>
              <a:rPr lang="en-GB" dirty="0"/>
              <a:t>:]' '\n'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85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xxd</a:t>
            </a:r>
            <a:r>
              <a:rPr lang="en-US" dirty="0"/>
              <a:t> -p J_ub_law.jpg | tr -d "\n" | grep - o  "ffd8ff.*ffd9" &gt; J_ub_law_hexdump.txt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38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xxd</a:t>
            </a:r>
            <a:r>
              <a:rPr lang="en-US" dirty="0"/>
              <a:t> -r -p  J_ub_law_hexdump.txt J_ub_law_reverse_dum.jpg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0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xxd</a:t>
            </a:r>
            <a:r>
              <a:rPr lang="en-GB" dirty="0"/>
              <a:t> -s 0x100 -l 0x9f J_ub_law.jpg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98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-q https://raw.githubusercontent.com/frankwxu/digital-forensics-lab/main/Basic_Computer_Skills_for_Forensics/file_carving/File_Carving_Manually/File_carving.docx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85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62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57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$((16#f5e))</a:t>
            </a:r>
          </a:p>
          <a:p>
            <a:r>
              <a:rPr lang="en-US" dirty="0"/>
              <a:t>echo $((16#15b93))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xxd</a:t>
            </a:r>
            <a:r>
              <a:rPr lang="en-US" dirty="0"/>
              <a:t> -p File_carving.docx | tr -d '\n' | grep -o "ffd8ffe0.*ffd9" | </a:t>
            </a:r>
            <a:r>
              <a:rPr lang="en-US" dirty="0" err="1"/>
              <a:t>xxd</a:t>
            </a:r>
            <a:r>
              <a:rPr lang="en-US" dirty="0"/>
              <a:t> -r -p - CarvedCat.jpg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10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04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40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 -q https://raw.githubusercontent.com/frankwxu/digital-forensics-lab/main/Basic_Computer_Skills_for_Forensics/file_carving/usb_image/120M.7z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3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ons.wikimedia.org/wiki/File:Red_x.svg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6.png"/><Relationship Id="rId7" Type="http://schemas.openxmlformats.org/officeDocument/2006/relationships/customXml" Target="../ink/ink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customXml" Target="../ink/ink6.xml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8.png"/><Relationship Id="rId7" Type="http://schemas.openxmlformats.org/officeDocument/2006/relationships/customXml" Target="../ink/ink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0.png"/><Relationship Id="rId5" Type="http://schemas.openxmlformats.org/officeDocument/2006/relationships/customXml" Target="../ink/ink8.xml"/><Relationship Id="rId10" Type="http://schemas.openxmlformats.org/officeDocument/2006/relationships/image" Target="../media/image180.png"/><Relationship Id="rId4" Type="http://schemas.openxmlformats.org/officeDocument/2006/relationships/hyperlink" Target="https://wiki.sleuthkit.org/index.php?title=Istat" TargetMode="External"/><Relationship Id="rId9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image" Target="../media/image240.png"/><Relationship Id="rId4" Type="http://schemas.openxmlformats.org/officeDocument/2006/relationships/customXml" Target="../ink/ink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customXml" Target="../ink/ink19.xml"/><Relationship Id="rId18" Type="http://schemas.openxmlformats.org/officeDocument/2006/relationships/image" Target="../media/image560.png"/><Relationship Id="rId26" Type="http://schemas.openxmlformats.org/officeDocument/2006/relationships/image" Target="../media/image600.png"/><Relationship Id="rId3" Type="http://schemas.openxmlformats.org/officeDocument/2006/relationships/customXml" Target="../ink/ink14.xml"/><Relationship Id="rId21" Type="http://schemas.openxmlformats.org/officeDocument/2006/relationships/customXml" Target="../ink/ink23.xml"/><Relationship Id="rId7" Type="http://schemas.openxmlformats.org/officeDocument/2006/relationships/customXml" Target="../ink/ink16.xml"/><Relationship Id="rId12" Type="http://schemas.openxmlformats.org/officeDocument/2006/relationships/image" Target="../media/image530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2" Type="http://schemas.openxmlformats.org/officeDocument/2006/relationships/image" Target="../media/image15.png"/><Relationship Id="rId16" Type="http://schemas.openxmlformats.org/officeDocument/2006/relationships/image" Target="../media/image550.png"/><Relationship Id="rId20" Type="http://schemas.openxmlformats.org/officeDocument/2006/relationships/image" Target="../media/image570.png"/><Relationship Id="rId29" Type="http://schemas.openxmlformats.org/officeDocument/2006/relationships/customXml" Target="../ink/ink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0.png"/><Relationship Id="rId11" Type="http://schemas.openxmlformats.org/officeDocument/2006/relationships/customXml" Target="../ink/ink18.xml"/><Relationship Id="rId24" Type="http://schemas.openxmlformats.org/officeDocument/2006/relationships/image" Target="../media/image590.png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28" Type="http://schemas.openxmlformats.org/officeDocument/2006/relationships/image" Target="../media/image61.png"/><Relationship Id="rId10" Type="http://schemas.openxmlformats.org/officeDocument/2006/relationships/image" Target="../media/image520.png"/><Relationship Id="rId19" Type="http://schemas.openxmlformats.org/officeDocument/2006/relationships/customXml" Target="../ink/ink22.xml"/><Relationship Id="rId4" Type="http://schemas.openxmlformats.org/officeDocument/2006/relationships/image" Target="../media/image490.png"/><Relationship Id="rId9" Type="http://schemas.openxmlformats.org/officeDocument/2006/relationships/customXml" Target="../ink/ink17.xml"/><Relationship Id="rId14" Type="http://schemas.openxmlformats.org/officeDocument/2006/relationships/image" Target="../media/image540.png"/><Relationship Id="rId22" Type="http://schemas.openxmlformats.org/officeDocument/2006/relationships/image" Target="../media/image580.png"/><Relationship Id="rId27" Type="http://schemas.openxmlformats.org/officeDocument/2006/relationships/customXml" Target="../ink/ink26.xml"/><Relationship Id="rId30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Carving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 a book without an index card</a:t>
            </a:r>
          </a:p>
        </p:txBody>
      </p:sp>
      <p:pic>
        <p:nvPicPr>
          <p:cNvPr id="1026" name="Picture 2" descr="Books, Shelving, Library, Reading, Culture, Light">
            <a:extLst>
              <a:ext uri="{FF2B5EF4-FFF2-40B4-BE49-F238E27FC236}">
                <a16:creationId xmlns:a16="http://schemas.microsoft.com/office/drawing/2014/main" id="{16E114FA-D2A1-4684-8889-0A093DF94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976" y="4332224"/>
            <a:ext cx="3788664" cy="25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A9A50A-43A8-452B-8A12-6C41759A9E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621" t="20777" r="20959"/>
          <a:stretch/>
        </p:blipFill>
        <p:spPr>
          <a:xfrm>
            <a:off x="2220917" y="5025643"/>
            <a:ext cx="2137723" cy="129591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3FE6005-B72C-492F-9FDA-C5BDBFE4E775}"/>
              </a:ext>
            </a:extLst>
          </p:cNvPr>
          <p:cNvSpPr/>
          <p:nvPr/>
        </p:nvSpPr>
        <p:spPr>
          <a:xfrm>
            <a:off x="5013960" y="5673600"/>
            <a:ext cx="769620" cy="1978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Icon&#10;&#10;Description automatically generated with medium confidence">
            <a:extLst>
              <a:ext uri="{FF2B5EF4-FFF2-40B4-BE49-F238E27FC236}">
                <a16:creationId xmlns:a16="http://schemas.microsoft.com/office/drawing/2014/main" id="{2CB90F8B-4B31-4220-A784-26270D3C4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141976" y="5516499"/>
            <a:ext cx="512064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A81C-411D-45B4-AB52-8EB568C5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6A64-B1C0-4C6C-9E42-4554DC33D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a file system retrieve a file’s content? (review)</a:t>
            </a:r>
          </a:p>
          <a:p>
            <a:r>
              <a:rPr lang="en-US" dirty="0"/>
              <a:t>File content structure overview (review)</a:t>
            </a:r>
          </a:p>
          <a:p>
            <a:r>
              <a:rPr lang="en-US" dirty="0"/>
              <a:t>Exam file content using </a:t>
            </a:r>
            <a:r>
              <a:rPr lang="en-US" i="1" dirty="0" err="1">
                <a:solidFill>
                  <a:srgbClr val="7030A0"/>
                </a:solidFill>
              </a:rPr>
              <a:t>xxd</a:t>
            </a:r>
            <a:endParaRPr lang="en-US" i="1" dirty="0">
              <a:solidFill>
                <a:srgbClr val="7030A0"/>
              </a:solidFill>
            </a:endParaRPr>
          </a:p>
          <a:p>
            <a:r>
              <a:rPr lang="en-US" dirty="0"/>
              <a:t>What is data carving? </a:t>
            </a:r>
          </a:p>
          <a:p>
            <a:r>
              <a:rPr lang="en-GB" dirty="0"/>
              <a:t>Scenario 1: carving embedded files</a:t>
            </a:r>
          </a:p>
          <a:p>
            <a:pPr lvl="1"/>
            <a:r>
              <a:rPr lang="en-GB" dirty="0"/>
              <a:t>Extracting images from a corrupted Word document using </a:t>
            </a:r>
            <a:r>
              <a:rPr lang="en-GB" i="1" dirty="0">
                <a:solidFill>
                  <a:srgbClr val="7030A0"/>
                </a:solidFill>
              </a:rPr>
              <a:t>bless</a:t>
            </a:r>
          </a:p>
          <a:p>
            <a:r>
              <a:rPr lang="en-GB" dirty="0"/>
              <a:t>Scenario 2: carving deleted files</a:t>
            </a:r>
            <a:endParaRPr lang="en-US" dirty="0"/>
          </a:p>
          <a:p>
            <a:pPr lvl="1"/>
            <a:r>
              <a:rPr lang="en-US" dirty="0"/>
              <a:t>Carving a USB image</a:t>
            </a:r>
            <a:r>
              <a:rPr lang="en-GB" i="1" dirty="0">
                <a:solidFill>
                  <a:srgbClr val="7030A0"/>
                </a:solidFill>
              </a:rPr>
              <a:t> </a:t>
            </a:r>
            <a:r>
              <a:rPr lang="en-GB" dirty="0"/>
              <a:t>using</a:t>
            </a:r>
            <a:r>
              <a:rPr lang="en-GB" i="1" dirty="0">
                <a:solidFill>
                  <a:srgbClr val="7030A0"/>
                </a:solidFill>
              </a:rPr>
              <a:t> scalpel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21637-74F4-533D-C1AD-85E0861B6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801" y="365125"/>
            <a:ext cx="7986452" cy="11049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5C4A608-EF1B-D69B-BE11-B8BF9A36BA3D}"/>
              </a:ext>
            </a:extLst>
          </p:cNvPr>
          <p:cNvGrpSpPr/>
          <p:nvPr/>
        </p:nvGrpSpPr>
        <p:grpSpPr>
          <a:xfrm>
            <a:off x="5685998" y="1435657"/>
            <a:ext cx="4660200" cy="929160"/>
            <a:chOff x="5685998" y="1435657"/>
            <a:chExt cx="4660200" cy="92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6C74A9-5D0E-64C5-8019-0CA9579E81CD}"/>
                    </a:ext>
                  </a:extLst>
                </p14:cNvPr>
                <p14:cNvContentPartPr/>
                <p14:nvPr/>
              </p14:nvContentPartPr>
              <p14:xfrm>
                <a:off x="5685998" y="1775857"/>
                <a:ext cx="2373840" cy="58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6C74A9-5D0E-64C5-8019-0CA9579E81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68358" y="1758217"/>
                  <a:ext cx="24094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DB1556-F382-8307-4035-B67352B49350}"/>
                    </a:ext>
                  </a:extLst>
                </p14:cNvPr>
                <p14:cNvContentPartPr/>
                <p14:nvPr/>
              </p14:nvContentPartPr>
              <p14:xfrm>
                <a:off x="8073518" y="1435657"/>
                <a:ext cx="2112120" cy="468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DB1556-F382-8307-4035-B67352B4935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55518" y="1418017"/>
                  <a:ext cx="214776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6D1B2-2DDB-7523-2CE4-B9FA0477E56F}"/>
                    </a:ext>
                  </a:extLst>
                </p14:cNvPr>
                <p14:cNvContentPartPr/>
                <p14:nvPr/>
              </p14:nvContentPartPr>
              <p14:xfrm>
                <a:off x="10169798" y="1464097"/>
                <a:ext cx="176400" cy="70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6D1B2-2DDB-7523-2CE4-B9FA0477E5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52158" y="1446097"/>
                  <a:ext cx="21204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67576F5-023E-109E-83D0-9303C6F44247}"/>
                  </a:ext>
                </a:extLst>
              </p14:cNvPr>
              <p14:cNvContentPartPr/>
              <p14:nvPr/>
            </p14:nvContentPartPr>
            <p14:xfrm>
              <a:off x="1679558" y="2244217"/>
              <a:ext cx="2715120" cy="558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67576F5-023E-109E-83D0-9303C6F442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61558" y="2226577"/>
                <a:ext cx="275076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E8BA45F-BCBA-B046-ECC2-A749CC5DDE9F}"/>
                  </a:ext>
                </a:extLst>
              </p14:cNvPr>
              <p14:cNvContentPartPr/>
              <p14:nvPr/>
            </p14:nvContentPartPr>
            <p14:xfrm>
              <a:off x="2466878" y="2883577"/>
              <a:ext cx="1355040" cy="478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E8BA45F-BCBA-B046-ECC2-A749CC5DDE9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48878" y="2865577"/>
                <a:ext cx="1390680" cy="5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08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66BD91-5267-8269-D06E-F6C87DA7F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a file system retrieve a file’s content?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F6644-EA08-6936-1776-9ACCB2A7D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0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B5840D3F-0321-4E79-A591-74AD7F204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64" y="0"/>
            <a:ext cx="895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50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A28C4C-20E9-465D-A35A-450AFC0D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07" y="724584"/>
            <a:ext cx="9446181" cy="383859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AC31C2-CA47-49D7-B563-6B20CC4E08B8}"/>
              </a:ext>
            </a:extLst>
          </p:cNvPr>
          <p:cNvCxnSpPr/>
          <p:nvPr/>
        </p:nvCxnSpPr>
        <p:spPr>
          <a:xfrm flipH="1" flipV="1">
            <a:off x="3308870" y="2578031"/>
            <a:ext cx="92646" cy="15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FFF14F-CCE6-4463-81FE-67F4C3D9FA32}"/>
              </a:ext>
            </a:extLst>
          </p:cNvPr>
          <p:cNvSpPr/>
          <p:nvPr/>
        </p:nvSpPr>
        <p:spPr>
          <a:xfrm>
            <a:off x="413460" y="3402480"/>
            <a:ext cx="8587740" cy="13255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63B3F90-452E-4DF0-8273-F6F24AC1E431}"/>
              </a:ext>
            </a:extLst>
          </p:cNvPr>
          <p:cNvSpPr/>
          <p:nvPr/>
        </p:nvSpPr>
        <p:spPr>
          <a:xfrm>
            <a:off x="8622167" y="2926230"/>
            <a:ext cx="81853" cy="46636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936CC8-775D-40D5-9C9E-46DD409125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621" t="20777" r="20959"/>
          <a:stretch/>
        </p:blipFill>
        <p:spPr>
          <a:xfrm>
            <a:off x="7553305" y="1625371"/>
            <a:ext cx="2137723" cy="1295914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05ED19BD-7B5E-425D-97C3-392B6AAEB967}"/>
              </a:ext>
            </a:extLst>
          </p:cNvPr>
          <p:cNvSpPr/>
          <p:nvPr/>
        </p:nvSpPr>
        <p:spPr>
          <a:xfrm rot="16200000">
            <a:off x="8917748" y="3820147"/>
            <a:ext cx="45719" cy="63934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966012-783E-46A7-AB67-0393AC730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23" y="3455820"/>
            <a:ext cx="2430780" cy="155049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8FB3159-3819-DA63-4C77-A1D935340B2E}"/>
              </a:ext>
            </a:extLst>
          </p:cNvPr>
          <p:cNvGrpSpPr/>
          <p:nvPr/>
        </p:nvGrpSpPr>
        <p:grpSpPr>
          <a:xfrm>
            <a:off x="10147897" y="4274051"/>
            <a:ext cx="342000" cy="1248840"/>
            <a:chOff x="10147897" y="4274051"/>
            <a:chExt cx="342000" cy="12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A634E1-A7F2-02B7-21F7-5AE5AF2154AA}"/>
                    </a:ext>
                  </a:extLst>
                </p14:cNvPr>
                <p14:cNvContentPartPr/>
                <p14:nvPr/>
              </p14:nvContentPartPr>
              <p14:xfrm>
                <a:off x="10147897" y="4310411"/>
                <a:ext cx="143280" cy="1212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A634E1-A7F2-02B7-21F7-5AE5AF2154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38897" y="4301771"/>
                  <a:ext cx="160920" cy="12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6CA4D0-A19E-D2CD-97DD-2CFA4D829947}"/>
                    </a:ext>
                  </a:extLst>
                </p14:cNvPr>
                <p14:cNvContentPartPr/>
                <p14:nvPr/>
              </p14:nvContentPartPr>
              <p14:xfrm>
                <a:off x="10290457" y="4274051"/>
                <a:ext cx="199440" cy="162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6CA4D0-A19E-D2CD-97DD-2CFA4D8299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281457" y="4265411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E10547F3-EE5C-5B1F-F795-819A2463C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308" y="5519575"/>
            <a:ext cx="7628310" cy="37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5BE8AB-02BA-277F-8C0D-31197E1D6A55}"/>
              </a:ext>
            </a:extLst>
          </p:cNvPr>
          <p:cNvSpPr txBox="1"/>
          <p:nvPr/>
        </p:nvSpPr>
        <p:spPr>
          <a:xfrm>
            <a:off x="5053684" y="6499910"/>
            <a:ext cx="533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card (file system/file metadata) may be damaged</a:t>
            </a:r>
          </a:p>
        </p:txBody>
      </p:sp>
    </p:spTree>
    <p:extLst>
      <p:ext uri="{BB962C8B-B14F-4D97-AF65-F5344CB8AC3E}">
        <p14:creationId xmlns:p14="http://schemas.microsoft.com/office/powerpoint/2010/main" val="264816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EFC07D-0E29-4609-A4E2-824E65B8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7795260" cy="507001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C2D880B-DF6B-4199-92A0-3934D978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1: </a:t>
            </a:r>
            <a:r>
              <a:rPr lang="en-US" dirty="0">
                <a:solidFill>
                  <a:srgbClr val="FF0000"/>
                </a:solidFill>
              </a:rPr>
              <a:t>Directly access </a:t>
            </a:r>
            <a:r>
              <a:rPr lang="en-US" dirty="0"/>
              <a:t>data units (sectors) of a file in a </a:t>
            </a:r>
            <a:r>
              <a:rPr lang="en-US" dirty="0">
                <a:solidFill>
                  <a:srgbClr val="FF0000"/>
                </a:solidFill>
              </a:rPr>
              <a:t>dd</a:t>
            </a:r>
            <a:r>
              <a:rPr lang="en-US" dirty="0"/>
              <a:t> image (FAT)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81FB54-7C73-4F3A-AA1F-82E7E968BAD1}"/>
              </a:ext>
            </a:extLst>
          </p:cNvPr>
          <p:cNvSpPr txBox="1"/>
          <p:nvPr/>
        </p:nvSpPr>
        <p:spPr>
          <a:xfrm>
            <a:off x="8971280" y="5110480"/>
            <a:ext cx="222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 sector &amp; 512 bytes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D3A186-5531-492D-B4A3-088D77CD996C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611120" y="3220720"/>
            <a:ext cx="6360160" cy="2074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8042F3-ADCB-4267-89DA-46A2D0BABDD6}"/>
              </a:ext>
            </a:extLst>
          </p:cNvPr>
          <p:cNvSpPr txBox="1"/>
          <p:nvPr/>
        </p:nvSpPr>
        <p:spPr>
          <a:xfrm>
            <a:off x="5622863" y="2034719"/>
            <a:ext cx="280272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https://www.dropbox.com/s/nw23q14vzsykyup/Ch01InChap01.dd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77D6B-F752-DD60-DF6E-EEC149C0AA22}"/>
              </a:ext>
            </a:extLst>
          </p:cNvPr>
          <p:cNvSpPr txBox="1"/>
          <p:nvPr/>
        </p:nvSpPr>
        <p:spPr>
          <a:xfrm>
            <a:off x="8971280" y="2438400"/>
            <a:ext cx="2995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icat</a:t>
            </a:r>
            <a:r>
              <a:rPr lang="en-US" dirty="0"/>
              <a:t> </a:t>
            </a:r>
            <a:r>
              <a:rPr lang="en-US" dirty="0" err="1"/>
              <a:t>disk_image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inodeID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blkcat</a:t>
            </a:r>
            <a:r>
              <a:rPr lang="en-US" dirty="0"/>
              <a:t> </a:t>
            </a:r>
            <a:r>
              <a:rPr lang="en-US" dirty="0" err="1"/>
              <a:t>disk_image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sectorID</a:t>
            </a:r>
            <a:r>
              <a:rPr lang="en-US" dirty="0"/>
              <a:t> [n]</a:t>
            </a:r>
          </a:p>
        </p:txBody>
      </p:sp>
    </p:spTree>
    <p:extLst>
      <p:ext uri="{BB962C8B-B14F-4D97-AF65-F5344CB8AC3E}">
        <p14:creationId xmlns:p14="http://schemas.microsoft.com/office/powerpoint/2010/main" val="169942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CA1C-379C-4291-8F97-D3EBF1985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3" y="2682159"/>
            <a:ext cx="10980373" cy="2672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999C9A-CB20-465B-A0A3-950B2889F671}"/>
              </a:ext>
            </a:extLst>
          </p:cNvPr>
          <p:cNvSpPr txBox="1"/>
          <p:nvPr/>
        </p:nvSpPr>
        <p:spPr>
          <a:xfrm>
            <a:off x="5535954" y="4647479"/>
            <a:ext cx="214220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FF0000"/>
                </a:solidFill>
              </a:rPr>
              <a:t>sudo</a:t>
            </a:r>
            <a:r>
              <a:rPr lang="en-US" sz="1200" i="1" dirty="0">
                <a:solidFill>
                  <a:srgbClr val="FF0000"/>
                </a:solidFill>
              </a:rPr>
              <a:t> apt install </a:t>
            </a:r>
            <a:r>
              <a:rPr lang="en-US" sz="1200" i="1" dirty="0" err="1">
                <a:solidFill>
                  <a:srgbClr val="FF0000"/>
                </a:solidFill>
              </a:rPr>
              <a:t>imagemagick</a:t>
            </a:r>
            <a:endParaRPr lang="en-US" sz="1200" i="1" dirty="0">
              <a:solidFill>
                <a:srgbClr val="FF0000"/>
              </a:solidFill>
            </a:endParaRPr>
          </a:p>
          <a:p>
            <a:r>
              <a:rPr lang="en-US" sz="1200" dirty="0"/>
              <a:t>if </a:t>
            </a:r>
            <a:r>
              <a:rPr lang="en-US" sz="1200" b="1" i="1" dirty="0">
                <a:solidFill>
                  <a:srgbClr val="00B0F0"/>
                </a:solidFill>
              </a:rPr>
              <a:t>display</a:t>
            </a:r>
            <a:r>
              <a:rPr lang="en-US" sz="1200" dirty="0"/>
              <a:t> doesn’t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DAF5B-089A-45A9-A262-F2E6EEB65C4F}"/>
              </a:ext>
            </a:extLst>
          </p:cNvPr>
          <p:cNvSpPr txBox="1"/>
          <p:nvPr/>
        </p:nvSpPr>
        <p:spPr>
          <a:xfrm>
            <a:off x="605813" y="2312827"/>
            <a:ext cx="268605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Download an image to Kali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8E98BC2-1A09-492B-8CE0-8916B854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</a:t>
            </a:r>
            <a:r>
              <a:rPr lang="en-US" dirty="0">
                <a:solidFill>
                  <a:srgbClr val="FF0000"/>
                </a:solidFill>
              </a:rPr>
              <a:t>Directly access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data units (blocks) of a file in Linux (Ext4)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88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94531-410E-4663-8CCA-04BBD5562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187" y="1586862"/>
            <a:ext cx="6442629" cy="1440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02825-CCD5-4556-9DC5-6769FA29CF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193"/>
          <a:stretch/>
        </p:blipFill>
        <p:spPr>
          <a:xfrm>
            <a:off x="1629188" y="3027092"/>
            <a:ext cx="6442629" cy="31244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CCF821-2297-45A6-891C-506B349A9786}"/>
              </a:ext>
            </a:extLst>
          </p:cNvPr>
          <p:cNvSpPr txBox="1"/>
          <p:nvPr/>
        </p:nvSpPr>
        <p:spPr>
          <a:xfrm>
            <a:off x="1629186" y="1217530"/>
            <a:ext cx="504651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data units (blocks) of the image using </a:t>
            </a:r>
            <a:r>
              <a:rPr lang="en-US" dirty="0" err="1"/>
              <a:t>debugfs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0DA0F-BEA8-4197-BD3C-075C8E15F8AA}"/>
              </a:ext>
            </a:extLst>
          </p:cNvPr>
          <p:cNvSpPr txBox="1"/>
          <p:nvPr/>
        </p:nvSpPr>
        <p:spPr>
          <a:xfrm>
            <a:off x="8503920" y="3429000"/>
            <a:ext cx="226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size (</a:t>
            </a:r>
            <a:r>
              <a:rPr lang="en-US"/>
              <a:t>1 block </a:t>
            </a:r>
            <a:r>
              <a:rPr lang="en-US" dirty="0"/>
              <a:t>is 4k)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710551-DC5E-4B8F-8FC3-2FB31E6B8067}"/>
              </a:ext>
            </a:extLst>
          </p:cNvPr>
          <p:cNvCxnSpPr/>
          <p:nvPr/>
        </p:nvCxnSpPr>
        <p:spPr>
          <a:xfrm flipH="1">
            <a:off x="7274560" y="3616960"/>
            <a:ext cx="111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448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8B797D-2550-BACA-4071-AC17DFFB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content structure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598C5-C41B-FDB0-46FE-C60950435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24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3D17D3-8C48-48EE-A257-898189C6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File Content </a:t>
            </a:r>
            <a:r>
              <a:rPr lang="en-US" dirty="0"/>
              <a:t>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7DE38D-CFEE-4C48-BFE0-F156AF1CD408}"/>
              </a:ext>
            </a:extLst>
          </p:cNvPr>
          <p:cNvSpPr/>
          <p:nvPr/>
        </p:nvSpPr>
        <p:spPr>
          <a:xfrm>
            <a:off x="3140584" y="2780164"/>
            <a:ext cx="2529840" cy="13575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379C5-0370-4710-8B2C-2CED2CA803A1}"/>
              </a:ext>
            </a:extLst>
          </p:cNvPr>
          <p:cNvSpPr/>
          <p:nvPr/>
        </p:nvSpPr>
        <p:spPr>
          <a:xfrm>
            <a:off x="3140584" y="4146326"/>
            <a:ext cx="1691640" cy="716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3DFF3C-143F-4C1D-84FC-CF3640CD4679}"/>
              </a:ext>
            </a:extLst>
          </p:cNvPr>
          <p:cNvSpPr/>
          <p:nvPr/>
        </p:nvSpPr>
        <p:spPr>
          <a:xfrm>
            <a:off x="4832224" y="4137754"/>
            <a:ext cx="838200" cy="7162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Tail signature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5072AAF4-5B91-478C-94D5-9D61FCE9FF27}"/>
              </a:ext>
            </a:extLst>
          </p:cNvPr>
          <p:cNvSpPr/>
          <p:nvPr/>
        </p:nvSpPr>
        <p:spPr>
          <a:xfrm>
            <a:off x="5901728" y="2229014"/>
            <a:ext cx="548640" cy="25984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475F7-7FF4-45BA-8C1D-04858F2CB81E}"/>
              </a:ext>
            </a:extLst>
          </p:cNvPr>
          <p:cNvSpPr txBox="1"/>
          <p:nvPr/>
        </p:nvSpPr>
        <p:spPr>
          <a:xfrm>
            <a:off x="1815078" y="4427324"/>
            <a:ext cx="1032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</a:rPr>
              <a:t>Content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0818E1-111D-4DF4-8D52-9A10892A8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835" y="3169894"/>
            <a:ext cx="2047196" cy="9677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A28877-A896-487A-AD50-B803CB49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178" y="0"/>
            <a:ext cx="3823822" cy="248700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7CC82AA-8EAE-48F3-8455-7C5F5082B44E}"/>
              </a:ext>
            </a:extLst>
          </p:cNvPr>
          <p:cNvCxnSpPr>
            <a:cxnSpLocks/>
          </p:cNvCxnSpPr>
          <p:nvPr/>
        </p:nvCxnSpPr>
        <p:spPr>
          <a:xfrm flipV="1">
            <a:off x="8368178" y="2487003"/>
            <a:ext cx="799853" cy="659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8852090-5CDC-4A91-BBB9-F48909701C10}"/>
              </a:ext>
            </a:extLst>
          </p:cNvPr>
          <p:cNvSpPr txBox="1"/>
          <p:nvPr/>
        </p:nvSpPr>
        <p:spPr>
          <a:xfrm>
            <a:off x="9168031" y="3146995"/>
            <a:ext cx="2761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5A3696"/>
                </a:solidFill>
                <a:latin typeface="Arial" panose="020B0604020202020204" pitchFamily="34" charset="0"/>
                <a:hlinkClick r:id="rId4" tooltip="Istat"/>
              </a:rPr>
              <a:t>istat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: Displays the statistics and details about a given meta data structure in an easy-to-read format.</a:t>
            </a:r>
            <a:endParaRPr lang="en-US" sz="1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9F4FB-B129-4284-AF01-8B66E0DC3FD3}"/>
              </a:ext>
            </a:extLst>
          </p:cNvPr>
          <p:cNvSpPr/>
          <p:nvPr/>
        </p:nvSpPr>
        <p:spPr>
          <a:xfrm>
            <a:off x="3978784" y="2255614"/>
            <a:ext cx="1691640" cy="5159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File content Metadata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38E25D-316E-49D9-B33C-ACCE24FDE05C}"/>
              </a:ext>
            </a:extLst>
          </p:cNvPr>
          <p:cNvSpPr/>
          <p:nvPr/>
        </p:nvSpPr>
        <p:spPr>
          <a:xfrm>
            <a:off x="3140584" y="2255614"/>
            <a:ext cx="838200" cy="51597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File signature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B69FB6-FE65-44ED-B5E2-BC5B6348BC01}"/>
              </a:ext>
            </a:extLst>
          </p:cNvPr>
          <p:cNvCxnSpPr>
            <a:cxnSpLocks/>
            <a:endCxn id="13" idx="1"/>
          </p:cNvCxnSpPr>
          <p:nvPr/>
        </p:nvCxnSpPr>
        <p:spPr>
          <a:xfrm flipH="1">
            <a:off x="6450368" y="3495368"/>
            <a:ext cx="739471" cy="32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675E27-A026-4D29-A0B9-113549B2692F}"/>
              </a:ext>
            </a:extLst>
          </p:cNvPr>
          <p:cNvSpPr txBox="1"/>
          <p:nvPr/>
        </p:nvSpPr>
        <p:spPr>
          <a:xfrm>
            <a:off x="6338844" y="2816999"/>
            <a:ext cx="1385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to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EE09B-D757-6706-1F8E-4D2D7603DD1D}"/>
              </a:ext>
            </a:extLst>
          </p:cNvPr>
          <p:cNvSpPr txBox="1"/>
          <p:nvPr/>
        </p:nvSpPr>
        <p:spPr>
          <a:xfrm>
            <a:off x="244349" y="2480914"/>
            <a:ext cx="30124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referred to as a magic number,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 constant numerical/text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used to identify a file format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1E9750-B5E5-B214-A150-94E2488C2380}"/>
                  </a:ext>
                </a:extLst>
              </p14:cNvPr>
              <p14:cNvContentPartPr/>
              <p14:nvPr/>
            </p14:nvContentPartPr>
            <p14:xfrm>
              <a:off x="189840" y="2262960"/>
              <a:ext cx="2775960" cy="116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1E9750-B5E5-B214-A150-94E2488C23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200" y="2244960"/>
                <a:ext cx="2811600" cy="12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180309-0DDD-9247-4AF6-3B567AEB6291}"/>
              </a:ext>
            </a:extLst>
          </p:cNvPr>
          <p:cNvGrpSpPr/>
          <p:nvPr/>
        </p:nvGrpSpPr>
        <p:grpSpPr>
          <a:xfrm>
            <a:off x="2856720" y="1957680"/>
            <a:ext cx="739800" cy="381600"/>
            <a:chOff x="2856720" y="1957680"/>
            <a:chExt cx="73980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84ADC09-89C3-341B-2426-837E3158F087}"/>
                    </a:ext>
                  </a:extLst>
                </p14:cNvPr>
                <p14:cNvContentPartPr/>
                <p14:nvPr/>
              </p14:nvContentPartPr>
              <p14:xfrm>
                <a:off x="2856720" y="1957680"/>
                <a:ext cx="599760" cy="38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84ADC09-89C3-341B-2426-837E3158F0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38720" y="1940040"/>
                  <a:ext cx="635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0960C6-98F9-8912-E020-807FE102AA98}"/>
                    </a:ext>
                  </a:extLst>
                </p14:cNvPr>
                <p14:cNvContentPartPr/>
                <p14:nvPr/>
              </p14:nvContentPartPr>
              <p14:xfrm>
                <a:off x="3306720" y="2091600"/>
                <a:ext cx="289800" cy="17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0960C6-98F9-8912-E020-807FE102AA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88720" y="2073960"/>
                  <a:ext cx="325440" cy="20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2568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3235"/>
          <a:stretch/>
        </p:blipFill>
        <p:spPr>
          <a:xfrm>
            <a:off x="106680" y="361949"/>
            <a:ext cx="6343988" cy="6134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1008"/>
            <a:ext cx="5905623" cy="406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F62EE4B-E78D-4757-B77A-A978A734E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07" y="7434"/>
            <a:ext cx="7588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8B88FF-89B8-4ECB-A0A7-EF2320079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14" y="2752525"/>
            <a:ext cx="1903833" cy="94109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C603A7-F7B4-4525-881E-DFB98BD28F47}"/>
              </a:ext>
            </a:extLst>
          </p:cNvPr>
          <p:cNvCxnSpPr>
            <a:cxnSpLocks/>
          </p:cNvCxnSpPr>
          <p:nvPr/>
        </p:nvCxnSpPr>
        <p:spPr>
          <a:xfrm flipV="1">
            <a:off x="1155974" y="1988634"/>
            <a:ext cx="1352498" cy="914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11736-12B3-468A-9C3D-565F3F76B800}"/>
              </a:ext>
            </a:extLst>
          </p:cNvPr>
          <p:cNvCxnSpPr>
            <a:cxnSpLocks/>
          </p:cNvCxnSpPr>
          <p:nvPr/>
        </p:nvCxnSpPr>
        <p:spPr>
          <a:xfrm>
            <a:off x="1121366" y="3543114"/>
            <a:ext cx="1394726" cy="1805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8A79A2-F5B9-4BEB-9E88-456708B676CC}"/>
              </a:ext>
            </a:extLst>
          </p:cNvPr>
          <p:cNvSpPr txBox="1"/>
          <p:nvPr/>
        </p:nvSpPr>
        <p:spPr>
          <a:xfrm>
            <a:off x="180865" y="871517"/>
            <a:ext cx="26136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An example of image file content internal structure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C0045-A53A-1CAE-7935-3FB39BDE4D21}"/>
              </a:ext>
            </a:extLst>
          </p:cNvPr>
          <p:cNvSpPr txBox="1"/>
          <p:nvPr/>
        </p:nvSpPr>
        <p:spPr>
          <a:xfrm>
            <a:off x="1155974" y="2387897"/>
            <a:ext cx="106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points to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70FB2-94DC-2EB2-661D-0031F0C06F4E}"/>
              </a:ext>
            </a:extLst>
          </p:cNvPr>
          <p:cNvSpPr txBox="1"/>
          <p:nvPr/>
        </p:nvSpPr>
        <p:spPr>
          <a:xfrm>
            <a:off x="1121366" y="4446055"/>
            <a:ext cx="106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points to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FED0D6-AF19-63EA-573C-24F57D71054F}"/>
              </a:ext>
            </a:extLst>
          </p:cNvPr>
          <p:cNvSpPr/>
          <p:nvPr/>
        </p:nvSpPr>
        <p:spPr>
          <a:xfrm>
            <a:off x="7344942" y="1367366"/>
            <a:ext cx="2597424" cy="42825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260EF-1476-1597-0115-C0D77A445723}"/>
              </a:ext>
            </a:extLst>
          </p:cNvPr>
          <p:cNvSpPr txBox="1"/>
          <p:nvPr/>
        </p:nvSpPr>
        <p:spPr>
          <a:xfrm>
            <a:off x="9983056" y="2513775"/>
            <a:ext cx="12734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File content metadata helps to interpret image data</a:t>
            </a:r>
          </a:p>
        </p:txBody>
      </p:sp>
    </p:spTree>
    <p:extLst>
      <p:ext uri="{BB962C8B-B14F-4D97-AF65-F5344CB8AC3E}">
        <p14:creationId xmlns:p14="http://schemas.microsoft.com/office/powerpoint/2010/main" val="3009929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AEE2A3-5789-23F1-FC20-DF7164513F75}"/>
              </a:ext>
            </a:extLst>
          </p:cNvPr>
          <p:cNvSpPr txBox="1"/>
          <p:nvPr/>
        </p:nvSpPr>
        <p:spPr>
          <a:xfrm>
            <a:off x="1449571" y="153888"/>
            <a:ext cx="9079497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[SOI] → [APP0] → [APP1/Exif] → [COM] → [DQT] → [SOF0] → [DHT] → [SOS] → [Image Data] → [EOI]</a:t>
            </a:r>
          </a:p>
          <a:p>
            <a:r>
              <a:rPr lang="en-US" sz="1400" dirty="0"/>
              <a:t>	|           |          	|        |       	          |         |                     |</a:t>
            </a:r>
          </a:p>
          <a:p>
            <a:r>
              <a:rPr lang="en-US" sz="1400" dirty="0"/>
              <a:t>	|           |           	|        |        	          |         |                     +-- Start of Scan (compressed data begins)</a:t>
            </a:r>
          </a:p>
          <a:p>
            <a:r>
              <a:rPr lang="en-US" sz="1400" dirty="0"/>
              <a:t>	|           |           	|        |                     |         +-- Define Huffman Table(s)</a:t>
            </a:r>
          </a:p>
          <a:p>
            <a:r>
              <a:rPr lang="en-US" sz="1400" dirty="0"/>
              <a:t>	|           |           	|        |                     +-- Start of Frame (image dimensions, components)</a:t>
            </a:r>
          </a:p>
          <a:p>
            <a:r>
              <a:rPr lang="en-US" sz="1400" dirty="0"/>
              <a:t>	|           |           	|        +-- Define Quantization Table(s)</a:t>
            </a:r>
          </a:p>
          <a:p>
            <a:r>
              <a:rPr lang="en-US" sz="1400" dirty="0"/>
              <a:t>	|           |          	 +-- Comment (optional)</a:t>
            </a:r>
          </a:p>
          <a:p>
            <a:r>
              <a:rPr lang="en-US" sz="1400" dirty="0"/>
              <a:t>          	|           +-- Exif metadata (optional)</a:t>
            </a:r>
          </a:p>
          <a:p>
            <a:r>
              <a:rPr lang="en-US" sz="1400" dirty="0"/>
              <a:t>          	+-- JFIF metadata (e.g., resolution, thumbnail)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9B47ABA-4B57-20AB-64D5-ABFAC7844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2504016"/>
            <a:ext cx="4907280" cy="3902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SOI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(Start of Image)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0xFFD8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Marks the beginning of the JPEG file.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Fixed 2 bytes.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APP0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(JFIF Segment)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0xFFE0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Contains basic metadata (e.g., version, resolution, optional thumbnail).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Variable (typically 16–20 bytes for basic JFIF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APP1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(Exif Segment)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0xFFE1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Stores Exif metadata (e.g., camera settings, GPS, timestamps).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Variable (often 2–10 KB).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COM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(Comment)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0xFFFE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Optional text comment.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Variable (user-defined).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DCDD8FD-8B1A-65DD-9174-250D437F0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5560" y="1723978"/>
            <a:ext cx="5143502" cy="5134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5 .DQT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(Define Quantization Table)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0xFFDB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Specifies quantization tables for image compression.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Variable (e.g., 67 bytes per table).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6. SOF0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(Start of Frame)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0xFFC0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Defines image dimensions, color components, and sampling.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Fixed 17 bytes for an 8-bit grayscale or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YCbCr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7. DHT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(Define Huffman Table)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0xFFC4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Specifies Huffman coding tables for entropy encoding.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Variable (e.g., 50–400 bytes per table).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8. SOS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(Start of Scan)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0xFFDA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Marks the start of compressed image data.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Fixed 12 bytes (precedes actual pixel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rgbClr val="374151"/>
                </a:solidFill>
                <a:latin typeface="Arial Unicode MS"/>
              </a:rPr>
              <a:t>9. Compressed Image Data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dirty="0">
                <a:solidFill>
                  <a:srgbClr val="374151"/>
                </a:solidFill>
                <a:latin typeface="Arial" panose="020B0604020202020204" pitchFamily="34" charset="0"/>
              </a:rPr>
              <a:t>Structure: Entropy-encoded scan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data (Huffman/arithmetic coded).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Ends with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0xFFD9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(EOI marker).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rgbClr val="374151"/>
                </a:solidFill>
                <a:latin typeface="Arial Unicode MS"/>
                <a:ea typeface="ui-monospace"/>
              </a:rPr>
              <a:t>10.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EOI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ui-sans-serif"/>
              </a:rPr>
              <a:t>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(End of Image)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Marker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ui-monospace"/>
              </a:rPr>
              <a:t>0xFFD9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ui-sans-seri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Purpose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Marks the end of the JPEG file.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Size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ui-sans-serif"/>
              </a:rPr>
              <a:t>: Fixed 2 bytes.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2586A-C50F-9607-D003-D22FE06A166C}"/>
              </a:ext>
            </a:extLst>
          </p:cNvPr>
          <p:cNvSpPr txBox="1"/>
          <p:nvPr/>
        </p:nvSpPr>
        <p:spPr>
          <a:xfrm>
            <a:off x="3199538" y="5167507"/>
            <a:ext cx="2606903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Exchangeable Image File Format: </a:t>
            </a:r>
            <a:r>
              <a:rPr lang="en-GB" sz="1400" dirty="0"/>
              <a:t>stores </a:t>
            </a:r>
            <a:r>
              <a:rPr lang="en-GB" sz="1400" b="1" dirty="0"/>
              <a:t>information about how and when a photo was taken</a:t>
            </a:r>
            <a:endParaRPr 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04F5A4-A425-EEB5-5785-FC8F0E9D23A2}"/>
                  </a:ext>
                </a:extLst>
              </p14:cNvPr>
              <p14:cNvContentPartPr/>
              <p14:nvPr/>
            </p14:nvContentPartPr>
            <p14:xfrm>
              <a:off x="1218300" y="4473120"/>
              <a:ext cx="406080" cy="214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04F5A4-A425-EEB5-5785-FC8F0E9D23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9660" y="4464120"/>
                <a:ext cx="423720" cy="2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405D522-871C-8C2E-1E5C-BF9AA2A4835E}"/>
              </a:ext>
            </a:extLst>
          </p:cNvPr>
          <p:cNvGrpSpPr/>
          <p:nvPr/>
        </p:nvGrpSpPr>
        <p:grpSpPr>
          <a:xfrm>
            <a:off x="1721940" y="4532520"/>
            <a:ext cx="1543320" cy="699480"/>
            <a:chOff x="1721940" y="4532520"/>
            <a:chExt cx="154332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DB8F74D-2B2D-F7AF-CE36-873E91F8C47E}"/>
                    </a:ext>
                  </a:extLst>
                </p14:cNvPr>
                <p14:cNvContentPartPr/>
                <p14:nvPr/>
              </p14:nvContentPartPr>
              <p14:xfrm>
                <a:off x="1721940" y="4532520"/>
                <a:ext cx="1479960" cy="616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DB8F74D-2B2D-F7AF-CE36-873E91F8C4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2940" y="4523880"/>
                  <a:ext cx="149760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EC26EE-1BCA-23C4-47B0-F003EA27F821}"/>
                    </a:ext>
                  </a:extLst>
                </p14:cNvPr>
                <p14:cNvContentPartPr/>
                <p14:nvPr/>
              </p14:nvContentPartPr>
              <p14:xfrm>
                <a:off x="3061140" y="5067480"/>
                <a:ext cx="204120" cy="164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EC26EE-1BCA-23C4-47B0-F003EA27F8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52140" y="5058480"/>
                  <a:ext cx="221760" cy="18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541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6D0A40-406A-884A-9759-E19826B4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13" y="1188551"/>
            <a:ext cx="9152413" cy="3886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268681-9A3E-E61F-BA6F-5A82A16E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87"/>
          <a:stretch>
            <a:fillRect/>
          </a:stretch>
        </p:blipFill>
        <p:spPr>
          <a:xfrm>
            <a:off x="1413113" y="5349216"/>
            <a:ext cx="9152413" cy="548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813AC-DBDF-F15C-1D57-8B535F1C5CE6}"/>
              </a:ext>
            </a:extLst>
          </p:cNvPr>
          <p:cNvSpPr txBox="1"/>
          <p:nvPr/>
        </p:nvSpPr>
        <p:spPr>
          <a:xfrm>
            <a:off x="7490460" y="590764"/>
            <a:ext cx="379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a sample file from Cellebrite CFT 2025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423966-25B5-E2C1-A5F8-B5BFCE33E1C9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823960" y="960096"/>
            <a:ext cx="566315" cy="411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985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426E-0951-49E7-BB97-B66945ED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Compressed content- </a:t>
            </a:r>
            <a:r>
              <a:rPr lang="en-GB" dirty="0"/>
              <a:t>Huffman Coding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4830-6476-4C11-B2A2-0BA6C1198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91300" cy="38055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JPEG Image Compression</a:t>
            </a:r>
          </a:p>
          <a:p>
            <a:pPr lvl="1"/>
            <a:r>
              <a:rPr lang="en-GB" dirty="0"/>
              <a:t>Described in Define Huffman Table (DHT)</a:t>
            </a:r>
          </a:p>
          <a:p>
            <a:r>
              <a:rPr lang="en-GB" dirty="0"/>
              <a:t>Invented by David Huffman</a:t>
            </a:r>
          </a:p>
          <a:p>
            <a:pPr lvl="1"/>
            <a:r>
              <a:rPr lang="en-GB" dirty="0"/>
              <a:t>a graduate student at MIT in 1952</a:t>
            </a:r>
          </a:p>
          <a:p>
            <a:pPr lvl="1"/>
            <a:r>
              <a:rPr lang="en-GB" dirty="0"/>
              <a:t>as part of his coursework. </a:t>
            </a:r>
          </a:p>
          <a:p>
            <a:r>
              <a:rPr lang="en-GB" dirty="0"/>
              <a:t>Huffman coding can be used to compress all sorts of data. </a:t>
            </a:r>
          </a:p>
          <a:p>
            <a:pPr lvl="1"/>
            <a:r>
              <a:rPr lang="en-GB" dirty="0"/>
              <a:t>It is an entropy-based algorithm that relies on </a:t>
            </a:r>
            <a:r>
              <a:rPr lang="en-GB" dirty="0" err="1"/>
              <a:t>analyzing</a:t>
            </a:r>
            <a:r>
              <a:rPr lang="en-GB" dirty="0"/>
              <a:t> the frequency of symbols in an array.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A1AF7-25FC-CCA7-2BF0-1D0B6E03F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280" y="1893449"/>
            <a:ext cx="3452159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1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lor-square-01">
            <a:extLst>
              <a:ext uri="{FF2B5EF4-FFF2-40B4-BE49-F238E27FC236}">
                <a16:creationId xmlns:a16="http://schemas.microsoft.com/office/drawing/2014/main" id="{BB78585F-EE97-4A78-987A-C68CCD30E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267" y="620823"/>
            <a:ext cx="1798886" cy="183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30741D-5F2B-4E5A-A513-BD5C0B3B47B2}"/>
              </a:ext>
            </a:extLst>
          </p:cNvPr>
          <p:cNvSpPr txBox="1"/>
          <p:nvPr/>
        </p:nvSpPr>
        <p:spPr>
          <a:xfrm>
            <a:off x="6028185" y="631576"/>
            <a:ext cx="5820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Each pixel requires </a:t>
            </a:r>
            <a:r>
              <a:rPr lang="en-US" b="1" dirty="0">
                <a:solidFill>
                  <a:srgbClr val="FF0000"/>
                </a:solidFill>
              </a:rPr>
              <a:t>14</a:t>
            </a:r>
            <a:r>
              <a:rPr lang="en-US" b="1" dirty="0"/>
              <a:t> bits = 2</a:t>
            </a:r>
            <a:r>
              <a:rPr lang="en-US" b="1" baseline="30000" dirty="0">
                <a:solidFill>
                  <a:srgbClr val="FF0000"/>
                </a:solidFill>
              </a:rPr>
              <a:t>3</a:t>
            </a:r>
            <a:r>
              <a:rPr lang="en-US" b="1" baseline="30000" dirty="0"/>
              <a:t> </a:t>
            </a:r>
            <a:r>
              <a:rPr lang="en-US" b="1" dirty="0"/>
              <a:t>(row)+2</a:t>
            </a:r>
            <a:r>
              <a:rPr lang="en-US" b="1" baseline="30000" dirty="0">
                <a:solidFill>
                  <a:srgbClr val="FF0000"/>
                </a:solidFill>
              </a:rPr>
              <a:t>3</a:t>
            </a:r>
            <a:r>
              <a:rPr lang="en-US" b="1" dirty="0"/>
              <a:t> (col)+2</a:t>
            </a:r>
            <a:r>
              <a:rPr lang="en-US" b="1" baseline="30000" dirty="0">
                <a:solidFill>
                  <a:srgbClr val="FF0000"/>
                </a:solidFill>
              </a:rPr>
              <a:t>8</a:t>
            </a:r>
            <a:r>
              <a:rPr lang="en-US" b="1" dirty="0"/>
              <a:t> (color)</a:t>
            </a:r>
          </a:p>
          <a:p>
            <a:pPr lvl="1"/>
            <a:r>
              <a:rPr lang="en-US" dirty="0"/>
              <a:t>(000)(100)(11111111)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Total: [</a:t>
            </a:r>
            <a:r>
              <a:rPr lang="en-US" b="1" dirty="0">
                <a:solidFill>
                  <a:srgbClr val="FF0000"/>
                </a:solidFill>
              </a:rPr>
              <a:t>6 </a:t>
            </a:r>
            <a:r>
              <a:rPr lang="en-US" b="1" dirty="0"/>
              <a:t>(position) +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b="1" dirty="0"/>
              <a:t> (color) ]*25=250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994997-17C5-4CB6-A33D-31DB059BF71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209800" y="843081"/>
            <a:ext cx="818385" cy="25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olor-line-01">
            <a:extLst>
              <a:ext uri="{FF2B5EF4-FFF2-40B4-BE49-F238E27FC236}">
                <a16:creationId xmlns:a16="http://schemas.microsoft.com/office/drawing/2014/main" id="{B1402130-C75D-4E21-8B05-CE509AD3C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047" y="3031055"/>
            <a:ext cx="1798886" cy="61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1C4C89-114B-466A-B580-7DF9FD148CA8}"/>
              </a:ext>
            </a:extLst>
          </p:cNvPr>
          <p:cNvSpPr txBox="1"/>
          <p:nvPr/>
        </p:nvSpPr>
        <p:spPr>
          <a:xfrm>
            <a:off x="3553965" y="2929890"/>
            <a:ext cx="2686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sort the </a:t>
            </a:r>
            <a:r>
              <a:rPr lang="en-GB" dirty="0" err="1"/>
              <a:t>colors</a:t>
            </a:r>
            <a:r>
              <a:rPr lang="en-GB" dirty="0"/>
              <a:t> in order of decreasing frequency.</a:t>
            </a:r>
            <a:endParaRPr lang="en-US" dirty="0"/>
          </a:p>
        </p:txBody>
      </p:sp>
      <p:pic>
        <p:nvPicPr>
          <p:cNvPr id="1030" name="Picture 6" descr="color-sceem-01">
            <a:extLst>
              <a:ext uri="{FF2B5EF4-FFF2-40B4-BE49-F238E27FC236}">
                <a16:creationId xmlns:a16="http://schemas.microsoft.com/office/drawing/2014/main" id="{1F21468B-32A6-4D0F-9F39-AE9CA39E6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31" y="4178460"/>
            <a:ext cx="1842701" cy="187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F177EFD-87F9-4734-8F32-6394859D8552}"/>
              </a:ext>
            </a:extLst>
          </p:cNvPr>
          <p:cNvSpPr txBox="1"/>
          <p:nvPr/>
        </p:nvSpPr>
        <p:spPr>
          <a:xfrm>
            <a:off x="3535680" y="4251111"/>
            <a:ext cx="2560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colors</a:t>
            </a:r>
            <a:r>
              <a:rPr lang="en-GB" dirty="0"/>
              <a:t> farthest from the root are the least frequent.</a:t>
            </a:r>
            <a:endParaRPr lang="en-US" dirty="0"/>
          </a:p>
        </p:txBody>
      </p:sp>
      <p:pic>
        <p:nvPicPr>
          <p:cNvPr id="1032" name="Picture 8" descr="color-column-01">
            <a:extLst>
              <a:ext uri="{FF2B5EF4-FFF2-40B4-BE49-F238E27FC236}">
                <a16:creationId xmlns:a16="http://schemas.microsoft.com/office/drawing/2014/main" id="{101F67DC-A79A-4029-BD22-0394B43AC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890" y="2929890"/>
            <a:ext cx="1852383" cy="183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5886C-C336-4AD0-8F42-FE2F14C9B8FD}"/>
              </a:ext>
            </a:extLst>
          </p:cNvPr>
          <p:cNvSpPr txBox="1"/>
          <p:nvPr/>
        </p:nvSpPr>
        <p:spPr>
          <a:xfrm>
            <a:off x="9621725" y="2929890"/>
            <a:ext cx="1640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traverse from root to each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714BB0-7EEA-4D2B-A95B-93F5EFCF031A}"/>
              </a:ext>
            </a:extLst>
          </p:cNvPr>
          <p:cNvSpPr txBox="1"/>
          <p:nvPr/>
        </p:nvSpPr>
        <p:spPr>
          <a:xfrm>
            <a:off x="7086600" y="4926944"/>
            <a:ext cx="38843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Total bits </a:t>
            </a:r>
            <a:r>
              <a:rPr lang="en-US" dirty="0"/>
              <a:t>required after compression: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25 x 6 (position)+ 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14 x 1 + 6 x 2 + 3 x 3 + 2 x 3 (color)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 150+41 =191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613E32-4A5B-417E-9FCF-5B9B41E0DAC8}"/>
              </a:ext>
            </a:extLst>
          </p:cNvPr>
          <p:cNvCxnSpPr/>
          <p:nvPr/>
        </p:nvCxnSpPr>
        <p:spPr>
          <a:xfrm>
            <a:off x="480060" y="2705100"/>
            <a:ext cx="109575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A60CEE-0556-4CBF-B866-1156A1B4EECD}"/>
              </a:ext>
            </a:extLst>
          </p:cNvPr>
          <p:cNvSpPr txBox="1"/>
          <p:nvPr/>
        </p:nvSpPr>
        <p:spPr>
          <a:xfrm>
            <a:off x="762000" y="1424940"/>
            <a:ext cx="204851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compression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8D2BBC-AECC-4769-99C7-82EC70BEE72D}"/>
              </a:ext>
            </a:extLst>
          </p:cNvPr>
          <p:cNvSpPr txBox="1"/>
          <p:nvPr/>
        </p:nvSpPr>
        <p:spPr>
          <a:xfrm>
            <a:off x="2223875" y="6140887"/>
            <a:ext cx="217046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Compression process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5B246A-9488-40B5-B22B-0FAB1E6734BF}"/>
              </a:ext>
            </a:extLst>
          </p:cNvPr>
          <p:cNvCxnSpPr>
            <a:cxnSpLocks/>
          </p:cNvCxnSpPr>
          <p:nvPr/>
        </p:nvCxnSpPr>
        <p:spPr>
          <a:xfrm>
            <a:off x="6758940" y="2842260"/>
            <a:ext cx="0" cy="35737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95A29DD-CC1A-4678-97ED-865FBC2486E3}"/>
              </a:ext>
            </a:extLst>
          </p:cNvPr>
          <p:cNvSpPr txBox="1"/>
          <p:nvPr/>
        </p:nvSpPr>
        <p:spPr>
          <a:xfrm>
            <a:off x="7797659" y="6211610"/>
            <a:ext cx="193123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Compression</a:t>
            </a:r>
          </a:p>
        </p:txBody>
      </p:sp>
    </p:spTree>
    <p:extLst>
      <p:ext uri="{BB962C8B-B14F-4D97-AF65-F5344CB8AC3E}">
        <p14:creationId xmlns:p14="http://schemas.microsoft.com/office/powerpoint/2010/main" val="44874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BFBF-B1A2-4ECD-82E8-8A8C5A6D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File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1F1D5-C0A2-4A5A-9AA9-FDF47F76A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xxd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09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E6A8E5-F7C7-4EAC-8140-BDCD59B0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xxd</a:t>
            </a:r>
            <a:r>
              <a:rPr lang="en-US" dirty="0"/>
              <a:t>? </a:t>
            </a:r>
            <a:r>
              <a:rPr lang="en-US" i="1" dirty="0">
                <a:solidFill>
                  <a:srgbClr val="FF0000"/>
                </a:solidFill>
              </a:rPr>
              <a:t>cli</a:t>
            </a:r>
            <a:r>
              <a:rPr lang="en-US" dirty="0"/>
              <a:t> version of             + binary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2745E-5C99-4B0A-A97A-4AE3C531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5867"/>
            <a:ext cx="8164122" cy="4617008"/>
          </a:xfrm>
          <a:prstGeom prst="rect">
            <a:avLst/>
          </a:prstGeom>
        </p:spPr>
      </p:pic>
      <p:pic>
        <p:nvPicPr>
          <p:cNvPr id="2050" name="Picture 2" descr="Notepad for Android - Apps on Google Play">
            <a:extLst>
              <a:ext uri="{FF2B5EF4-FFF2-40B4-BE49-F238E27FC236}">
                <a16:creationId xmlns:a16="http://schemas.microsoft.com/office/drawing/2014/main" id="{9DCF2727-A0A8-3629-7AC9-53CD6F08F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879" y="457835"/>
            <a:ext cx="1140142" cy="114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38B75EFD-E495-FC90-5B66-6F66CC500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21453"/>
              </p:ext>
            </p:extLst>
          </p:nvPr>
        </p:nvGraphicFramePr>
        <p:xfrm>
          <a:off x="9769232" y="3429000"/>
          <a:ext cx="102772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574">
                  <a:extLst>
                    <a:ext uri="{9D8B030D-6E8A-4147-A177-3AD203B41FA5}">
                      <a16:colId xmlns:a16="http://schemas.microsoft.com/office/drawing/2014/main" val="713212127"/>
                    </a:ext>
                  </a:extLst>
                </a:gridCol>
                <a:gridCol w="342574">
                  <a:extLst>
                    <a:ext uri="{9D8B030D-6E8A-4147-A177-3AD203B41FA5}">
                      <a16:colId xmlns:a16="http://schemas.microsoft.com/office/drawing/2014/main" val="3577531019"/>
                    </a:ext>
                  </a:extLst>
                </a:gridCol>
                <a:gridCol w="342574">
                  <a:extLst>
                    <a:ext uri="{9D8B030D-6E8A-4147-A177-3AD203B41FA5}">
                      <a16:colId xmlns:a16="http://schemas.microsoft.com/office/drawing/2014/main" val="3906574810"/>
                    </a:ext>
                  </a:extLst>
                </a:gridCol>
              </a:tblGrid>
              <a:tr h="2132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136437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642952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584060"/>
                  </a:ext>
                </a:extLst>
              </a:tr>
            </a:tbl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6588CC29-DB66-1B98-832C-559D88C6B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96052"/>
              </p:ext>
            </p:extLst>
          </p:nvPr>
        </p:nvGraphicFramePr>
        <p:xfrm>
          <a:off x="9839460" y="5516749"/>
          <a:ext cx="8872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633">
                  <a:extLst>
                    <a:ext uri="{9D8B030D-6E8A-4147-A177-3AD203B41FA5}">
                      <a16:colId xmlns:a16="http://schemas.microsoft.com/office/drawing/2014/main" val="259797946"/>
                    </a:ext>
                  </a:extLst>
                </a:gridCol>
                <a:gridCol w="443633">
                  <a:extLst>
                    <a:ext uri="{9D8B030D-6E8A-4147-A177-3AD203B41FA5}">
                      <a16:colId xmlns:a16="http://schemas.microsoft.com/office/drawing/2014/main" val="19471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295542"/>
                  </a:ext>
                </a:extLst>
              </a:tr>
            </a:tbl>
          </a:graphicData>
        </a:graphic>
      </p:graphicFrame>
      <p:sp>
        <p:nvSpPr>
          <p:cNvPr id="8" name="Arrow: Up-Down 7">
            <a:extLst>
              <a:ext uri="{FF2B5EF4-FFF2-40B4-BE49-F238E27FC236}">
                <a16:creationId xmlns:a16="http://schemas.microsoft.com/office/drawing/2014/main" id="{A9530871-3E43-17D5-C593-BE190C5441C3}"/>
              </a:ext>
            </a:extLst>
          </p:cNvPr>
          <p:cNvSpPr/>
          <p:nvPr/>
        </p:nvSpPr>
        <p:spPr>
          <a:xfrm>
            <a:off x="10163908" y="4790049"/>
            <a:ext cx="182880" cy="513471"/>
          </a:xfrm>
          <a:prstGeom prst="up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7F6B9-BFEB-FC72-B6AA-E1C73DC895A7}"/>
              </a:ext>
            </a:extLst>
          </p:cNvPr>
          <p:cNvSpPr txBox="1"/>
          <p:nvPr/>
        </p:nvSpPr>
        <p:spPr>
          <a:xfrm>
            <a:off x="10346788" y="4880755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OCRB" panose="020B0609020202020204" pitchFamily="49" charset="0"/>
              </a:rPr>
              <a:t>xxd</a:t>
            </a:r>
            <a:endParaRPr lang="en-US" dirty="0">
              <a:latin typeface="OCRB" panose="020B0609020202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8D7C6-8C16-58E5-0EC2-50F5B46E1128}"/>
              </a:ext>
            </a:extLst>
          </p:cNvPr>
          <p:cNvSpPr txBox="1"/>
          <p:nvPr/>
        </p:nvSpPr>
        <p:spPr>
          <a:xfrm>
            <a:off x="9973994" y="3108960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41E595-B8ED-825B-168C-E8335D0B0103}"/>
              </a:ext>
            </a:extLst>
          </p:cNvPr>
          <p:cNvSpPr txBox="1"/>
          <p:nvPr/>
        </p:nvSpPr>
        <p:spPr>
          <a:xfrm>
            <a:off x="9786506" y="5969585"/>
            <a:ext cx="112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hex dump</a:t>
            </a:r>
          </a:p>
        </p:txBody>
      </p:sp>
    </p:spTree>
    <p:extLst>
      <p:ext uri="{BB962C8B-B14F-4D97-AF65-F5344CB8AC3E}">
        <p14:creationId xmlns:p14="http://schemas.microsoft.com/office/powerpoint/2010/main" val="3635811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83B61-B046-45F2-AF01-BE462148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a jpg to show signature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0F6DF-2F45-46B1-80FE-576DB788B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086" y="40652"/>
            <a:ext cx="3147224" cy="2117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CE94A0-8DF6-4646-880E-2B17FE135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" y="3820079"/>
            <a:ext cx="10980373" cy="2672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B6D51-AC99-4FFD-8511-5A87709938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8630"/>
          <a:stretch/>
        </p:blipFill>
        <p:spPr>
          <a:xfrm>
            <a:off x="746760" y="2257720"/>
            <a:ext cx="9351313" cy="1463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20D97-4BA1-4BB6-BADE-EB2EBB8DCEEE}"/>
              </a:ext>
            </a:extLst>
          </p:cNvPr>
          <p:cNvSpPr txBox="1"/>
          <p:nvPr/>
        </p:nvSpPr>
        <p:spPr>
          <a:xfrm>
            <a:off x="5829301" y="5917479"/>
            <a:ext cx="214220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FF0000"/>
                </a:solidFill>
              </a:rPr>
              <a:t>sudo</a:t>
            </a:r>
            <a:r>
              <a:rPr lang="en-US" sz="1200" i="1" dirty="0">
                <a:solidFill>
                  <a:srgbClr val="FF0000"/>
                </a:solidFill>
              </a:rPr>
              <a:t> apt install </a:t>
            </a:r>
            <a:r>
              <a:rPr lang="en-US" sz="1200" i="1" dirty="0" err="1">
                <a:solidFill>
                  <a:srgbClr val="FF0000"/>
                </a:solidFill>
              </a:rPr>
              <a:t>imagemagick</a:t>
            </a:r>
            <a:endParaRPr lang="en-US" sz="1200" i="1" dirty="0">
              <a:solidFill>
                <a:srgbClr val="FF0000"/>
              </a:solidFill>
            </a:endParaRPr>
          </a:p>
          <a:p>
            <a:r>
              <a:rPr lang="en-US" sz="1200" dirty="0"/>
              <a:t>if </a:t>
            </a:r>
            <a:r>
              <a:rPr lang="en-US" sz="1200" b="1" i="1" dirty="0">
                <a:solidFill>
                  <a:srgbClr val="00B0F0"/>
                </a:solidFill>
              </a:rPr>
              <a:t>display</a:t>
            </a:r>
            <a:r>
              <a:rPr lang="en-US" sz="1200" dirty="0"/>
              <a:t> doesn’t work</a:t>
            </a:r>
          </a:p>
        </p:txBody>
      </p:sp>
    </p:spTree>
    <p:extLst>
      <p:ext uri="{BB962C8B-B14F-4D97-AF65-F5344CB8AC3E}">
        <p14:creationId xmlns:p14="http://schemas.microsoft.com/office/powerpoint/2010/main" val="116074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3EA4-17D0-48AC-8199-88C9BC59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Show JPG header and tail signatures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49233-1019-47EC-9C24-56356F5C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7814"/>
            <a:ext cx="9563929" cy="53801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FD59A9-8BE5-4FDB-9736-9B1234650C5F}"/>
              </a:ext>
            </a:extLst>
          </p:cNvPr>
          <p:cNvSpPr txBox="1"/>
          <p:nvPr/>
        </p:nvSpPr>
        <p:spPr>
          <a:xfrm>
            <a:off x="6858000" y="2803377"/>
            <a:ext cx="3278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picture is taken by NIKON D4</a:t>
            </a:r>
          </a:p>
        </p:txBody>
      </p:sp>
    </p:spTree>
    <p:extLst>
      <p:ext uri="{BB962C8B-B14F-4D97-AF65-F5344CB8AC3E}">
        <p14:creationId xmlns:p14="http://schemas.microsoft.com/office/powerpoint/2010/main" val="894625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20D132-F600-41C8-8634-8357E0F84565}"/>
              </a:ext>
            </a:extLst>
          </p:cNvPr>
          <p:cNvSpPr txBox="1"/>
          <p:nvPr/>
        </p:nvSpPr>
        <p:spPr>
          <a:xfrm>
            <a:off x="838201" y="1830877"/>
            <a:ext cx="453869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Alternative</a:t>
            </a:r>
            <a:r>
              <a:rPr lang="en-US" dirty="0"/>
              <a:t>: </a:t>
            </a:r>
            <a:r>
              <a:rPr lang="en-US" dirty="0" err="1"/>
              <a:t>Hexdump</a:t>
            </a:r>
            <a:r>
              <a:rPr lang="en-US" dirty="0"/>
              <a:t> the first 120 bytes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E6B4DB-FAC9-467B-B22E-3B4C59882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15449"/>
            <a:ext cx="8502647" cy="2584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518FCD-F04A-4C58-B857-EC655D902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776" y="1412264"/>
            <a:ext cx="4770533" cy="647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93D2BE-CCE5-47F0-B554-C7F16E538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445736"/>
            <a:ext cx="8502647" cy="9456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23B794-2708-4056-AF09-0C13DAB9F195}"/>
              </a:ext>
            </a:extLst>
          </p:cNvPr>
          <p:cNvSpPr txBox="1"/>
          <p:nvPr/>
        </p:nvSpPr>
        <p:spPr>
          <a:xfrm>
            <a:off x="838200" y="5076404"/>
            <a:ext cx="453869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Alternative</a:t>
            </a:r>
            <a:r>
              <a:rPr lang="en-US" dirty="0"/>
              <a:t>: Show hex from a start address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5260E55-185A-49B6-9B6B-41CD485F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Alternative: </a:t>
            </a:r>
            <a:r>
              <a:rPr lang="en-GB" dirty="0"/>
              <a:t>Show JPG header and tail signatures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916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D138-CFE5-4BB1-9908-C8E44BFA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signatures in plain </a:t>
            </a:r>
            <a:r>
              <a:rPr lang="en-GB" dirty="0" err="1"/>
              <a:t>hexdump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B6107-5F85-4328-9C51-7B506CAF9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425"/>
          <a:stretch/>
        </p:blipFill>
        <p:spPr>
          <a:xfrm>
            <a:off x="838200" y="2199640"/>
            <a:ext cx="8930120" cy="3684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75765A-0462-44B1-B3F4-3BA73A17AF5A}"/>
              </a:ext>
            </a:extLst>
          </p:cNvPr>
          <p:cNvSpPr txBox="1"/>
          <p:nvPr/>
        </p:nvSpPr>
        <p:spPr>
          <a:xfrm>
            <a:off x="894211" y="1830308"/>
            <a:ext cx="4378829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Convert </a:t>
            </a:r>
            <a:r>
              <a:rPr lang="en-GB" dirty="0" err="1"/>
              <a:t>hexdump</a:t>
            </a:r>
            <a:r>
              <a:rPr lang="en-GB" dirty="0"/>
              <a:t> to plain </a:t>
            </a:r>
            <a:r>
              <a:rPr lang="en-GB" dirty="0" err="1"/>
              <a:t>hexdump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FC0F8-82ED-41AB-AEF8-5E99EF0B3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60" y="3891719"/>
            <a:ext cx="5989320" cy="590132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B21A05-2C8F-436F-B2E3-B8E009F67BB9}"/>
              </a:ext>
            </a:extLst>
          </p:cNvPr>
          <p:cNvSpPr txBox="1"/>
          <p:nvPr/>
        </p:nvSpPr>
        <p:spPr>
          <a:xfrm>
            <a:off x="6347460" y="1761660"/>
            <a:ext cx="420624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space causes search problem if we want to search for “</a:t>
            </a:r>
            <a:r>
              <a:rPr lang="en-US" i="1" dirty="0">
                <a:solidFill>
                  <a:srgbClr val="7030A0"/>
                </a:solidFill>
              </a:rPr>
              <a:t>ffd8ffe1”</a:t>
            </a:r>
            <a:r>
              <a:rPr lang="en-US" dirty="0"/>
              <a:t>  (show it in next slide)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7E5D2-823D-42D3-ACCF-C38DA387ECD0}"/>
              </a:ext>
            </a:extLst>
          </p:cNvPr>
          <p:cNvCxnSpPr>
            <a:cxnSpLocks/>
          </p:cNvCxnSpPr>
          <p:nvPr/>
        </p:nvCxnSpPr>
        <p:spPr>
          <a:xfrm flipH="1">
            <a:off x="2590041" y="2084826"/>
            <a:ext cx="3696460" cy="7096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5BE175-06DD-4551-B134-2B8A1635074F}"/>
              </a:ext>
            </a:extLst>
          </p:cNvPr>
          <p:cNvCxnSpPr>
            <a:cxnSpLocks/>
          </p:cNvCxnSpPr>
          <p:nvPr/>
        </p:nvCxnSpPr>
        <p:spPr>
          <a:xfrm flipH="1">
            <a:off x="2087122" y="4065932"/>
            <a:ext cx="2812538" cy="2417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22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8B1C4F-EA2D-427D-9A41-B0E2376248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874"/>
          <a:stretch/>
        </p:blipFill>
        <p:spPr>
          <a:xfrm>
            <a:off x="917477" y="1027774"/>
            <a:ext cx="9828697" cy="10277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C387E4-E69C-4DC8-86EF-3982FAD1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77" y="2654745"/>
            <a:ext cx="9828696" cy="913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E8308A-0420-4422-9E20-3D7EC020722A}"/>
              </a:ext>
            </a:extLst>
          </p:cNvPr>
          <p:cNvSpPr txBox="1"/>
          <p:nvPr/>
        </p:nvSpPr>
        <p:spPr>
          <a:xfrm>
            <a:off x="917477" y="658442"/>
            <a:ext cx="320254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Search header in plain </a:t>
            </a:r>
            <a:r>
              <a:rPr lang="en-GB" dirty="0" err="1"/>
              <a:t>hexdump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E2565-437B-4869-8967-71266F1C9A6C}"/>
              </a:ext>
            </a:extLst>
          </p:cNvPr>
          <p:cNvSpPr txBox="1"/>
          <p:nvPr/>
        </p:nvSpPr>
        <p:spPr>
          <a:xfrm>
            <a:off x="917477" y="2285413"/>
            <a:ext cx="28278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Search tail in plain </a:t>
            </a:r>
            <a:r>
              <a:rPr lang="en-GB" dirty="0" err="1"/>
              <a:t>hexdump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3B6C3-C9D6-4B1F-A928-735A0A7487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158" b="28425"/>
          <a:stretch/>
        </p:blipFill>
        <p:spPr>
          <a:xfrm>
            <a:off x="917477" y="4167274"/>
            <a:ext cx="8930120" cy="18748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120024-855F-4DB9-976E-018336275B41}"/>
              </a:ext>
            </a:extLst>
          </p:cNvPr>
          <p:cNvSpPr txBox="1"/>
          <p:nvPr/>
        </p:nvSpPr>
        <p:spPr>
          <a:xfrm>
            <a:off x="979377" y="3797942"/>
            <a:ext cx="5472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search hex numbers between 2 lines? e.g., </a:t>
            </a:r>
            <a:r>
              <a:rPr lang="en-US" dirty="0">
                <a:solidFill>
                  <a:srgbClr val="FF0000"/>
                </a:solidFill>
              </a:rPr>
              <a:t>0105?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2D2EB2-2C51-460F-864B-9095227DCA1E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090440" y="4082369"/>
            <a:ext cx="4905728" cy="15771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10F0DF-5577-49DF-85A6-DD29A8AB1A6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996167" y="4082369"/>
            <a:ext cx="1818761" cy="13561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AD1E5D2-A52C-4A9A-BB00-4A0D76E1EDC2}"/>
              </a:ext>
            </a:extLst>
          </p:cNvPr>
          <p:cNvSpPr/>
          <p:nvPr/>
        </p:nvSpPr>
        <p:spPr>
          <a:xfrm>
            <a:off x="7703865" y="5438504"/>
            <a:ext cx="222126" cy="231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F09295-42E7-4E08-8835-A99EE7F3BB07}"/>
              </a:ext>
            </a:extLst>
          </p:cNvPr>
          <p:cNvSpPr/>
          <p:nvPr/>
        </p:nvSpPr>
        <p:spPr>
          <a:xfrm>
            <a:off x="979377" y="5659551"/>
            <a:ext cx="222126" cy="231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9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84A98-2573-4F06-8431-26BE172493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373"/>
          <a:stretch/>
        </p:blipFill>
        <p:spPr>
          <a:xfrm>
            <a:off x="1133620" y="717453"/>
            <a:ext cx="8763759" cy="1547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FC5B52-8057-424E-8441-41DBA5A26B11}"/>
              </a:ext>
            </a:extLst>
          </p:cNvPr>
          <p:cNvSpPr txBox="1"/>
          <p:nvPr/>
        </p:nvSpPr>
        <p:spPr>
          <a:xfrm>
            <a:off x="1191112" y="348121"/>
            <a:ext cx="215373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remove newline “\n”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C513A-E107-4B9F-8D6D-F1285CEF6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12" y="3027521"/>
            <a:ext cx="6875888" cy="3443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2E773-B4F4-4B47-ACF7-6246ACF5F830}"/>
              </a:ext>
            </a:extLst>
          </p:cNvPr>
          <p:cNvSpPr txBox="1"/>
          <p:nvPr/>
        </p:nvSpPr>
        <p:spPr>
          <a:xfrm>
            <a:off x="1191112" y="2634231"/>
            <a:ext cx="255095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tr command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812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01184-ADB8-4E17-8A8F-7E3B64ECB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807" y="1803541"/>
            <a:ext cx="6674932" cy="3670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77D83A-05E0-4CD0-BE3B-F9C4A0B4127F}"/>
              </a:ext>
            </a:extLst>
          </p:cNvPr>
          <p:cNvSpPr txBox="1"/>
          <p:nvPr/>
        </p:nvSpPr>
        <p:spPr>
          <a:xfrm>
            <a:off x="345438" y="1803541"/>
            <a:ext cx="3037370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squeeze alphabets and numbers and replace them with *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F63BB-A38F-4ED3-A61A-E624D6BD7518}"/>
              </a:ext>
            </a:extLst>
          </p:cNvPr>
          <p:cNvSpPr txBox="1"/>
          <p:nvPr/>
        </p:nvSpPr>
        <p:spPr>
          <a:xfrm>
            <a:off x="345436" y="2966983"/>
            <a:ext cx="3037370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squeeze </a:t>
            </a:r>
            <a:r>
              <a:rPr lang="en-GB" dirty="0">
                <a:solidFill>
                  <a:srgbClr val="FF0000"/>
                </a:solidFill>
              </a:rPr>
              <a:t>NON</a:t>
            </a:r>
            <a:r>
              <a:rPr lang="en-GB" dirty="0"/>
              <a:t> (alphabets and numbers) and replace them with *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E5D7E-579F-4677-8A0B-916581F47673}"/>
              </a:ext>
            </a:extLst>
          </p:cNvPr>
          <p:cNvSpPr txBox="1"/>
          <p:nvPr/>
        </p:nvSpPr>
        <p:spPr>
          <a:xfrm>
            <a:off x="345436" y="4102363"/>
            <a:ext cx="3037370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squeeze </a:t>
            </a:r>
            <a:r>
              <a:rPr lang="en-GB" dirty="0">
                <a:solidFill>
                  <a:srgbClr val="FF0000"/>
                </a:solidFill>
              </a:rPr>
              <a:t>NON</a:t>
            </a:r>
            <a:r>
              <a:rPr lang="en-GB" dirty="0"/>
              <a:t> (alphabets and numbers) and replace them with </a:t>
            </a:r>
            <a:r>
              <a:rPr lang="en-GB" dirty="0">
                <a:solidFill>
                  <a:srgbClr val="FF0000"/>
                </a:solidFill>
              </a:rPr>
              <a:t>\n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519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BEE0-B33D-4878-BB95-DB4557416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02" y="1958325"/>
            <a:ext cx="9850580" cy="3599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5FFC9E-17E0-497F-AFD2-2385D7D0ADD2}"/>
              </a:ext>
            </a:extLst>
          </p:cNvPr>
          <p:cNvSpPr txBox="1"/>
          <p:nvPr/>
        </p:nvSpPr>
        <p:spPr>
          <a:xfrm>
            <a:off x="878102" y="1588993"/>
            <a:ext cx="9682515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A small</a:t>
            </a:r>
            <a:r>
              <a:rPr lang="en-GB" i="1" dirty="0">
                <a:solidFill>
                  <a:srgbClr val="7030A0"/>
                </a:solidFill>
              </a:rPr>
              <a:t> tr </a:t>
            </a:r>
            <a:r>
              <a:rPr lang="en-GB" dirty="0"/>
              <a:t>example: match all non-alphanumerical characters and replace them with a new line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3F342-652F-4355-A112-E8F4BECD2083}"/>
              </a:ext>
            </a:extLst>
          </p:cNvPr>
          <p:cNvSpPr txBox="1"/>
          <p:nvPr/>
        </p:nvSpPr>
        <p:spPr>
          <a:xfrm>
            <a:off x="4813965" y="2952809"/>
            <a:ext cx="468698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Two tasks: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Squeeze repeated characters listed in a set ‘’</a:t>
            </a:r>
          </a:p>
          <a:p>
            <a:pPr marL="342900" indent="-342900">
              <a:buAutoNum type="arabicPeriod"/>
            </a:pPr>
            <a:r>
              <a:rPr lang="en-US" dirty="0"/>
              <a:t>replace squeezed with “\n”  </a:t>
            </a:r>
          </a:p>
        </p:txBody>
      </p:sp>
    </p:spTree>
    <p:extLst>
      <p:ext uri="{BB962C8B-B14F-4D97-AF65-F5344CB8AC3E}">
        <p14:creationId xmlns:p14="http://schemas.microsoft.com/office/powerpoint/2010/main" val="1100325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006EFA-464A-4F54-B9E0-4BFC36AA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Dump the content between header and tailer signature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5272E-36ED-4959-A643-1AE660387742}"/>
              </a:ext>
            </a:extLst>
          </p:cNvPr>
          <p:cNvSpPr txBox="1"/>
          <p:nvPr/>
        </p:nvSpPr>
        <p:spPr>
          <a:xfrm>
            <a:off x="838200" y="2158006"/>
            <a:ext cx="931049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Match plain </a:t>
            </a:r>
            <a:r>
              <a:rPr lang="en-GB" dirty="0" err="1"/>
              <a:t>hexdump</a:t>
            </a:r>
            <a:r>
              <a:rPr lang="en-GB" dirty="0"/>
              <a:t> between header and tail signature and save the plain </a:t>
            </a:r>
            <a:r>
              <a:rPr lang="en-GB" dirty="0" err="1"/>
              <a:t>hexdump</a:t>
            </a:r>
            <a:r>
              <a:rPr lang="en-GB" dirty="0"/>
              <a:t> to a </a:t>
            </a:r>
            <a:r>
              <a:rPr lang="en-GB" dirty="0" err="1"/>
              <a:t>textfile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755318-8C5E-4898-B481-E667F34B54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140"/>
          <a:stretch/>
        </p:blipFill>
        <p:spPr>
          <a:xfrm>
            <a:off x="838200" y="2527338"/>
            <a:ext cx="9861135" cy="9016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527313-82A6-49F6-ACF6-51B5E9EC5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32578"/>
            <a:ext cx="12192000" cy="30254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7C41D-A31A-454A-9244-905096F43830}"/>
              </a:ext>
            </a:extLst>
          </p:cNvPr>
          <p:cNvSpPr txBox="1"/>
          <p:nvPr/>
        </p:nvSpPr>
        <p:spPr>
          <a:xfrm>
            <a:off x="5653790" y="254446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-o</a:t>
            </a:r>
          </a:p>
        </p:txBody>
      </p:sp>
    </p:spTree>
    <p:extLst>
      <p:ext uri="{BB962C8B-B14F-4D97-AF65-F5344CB8AC3E}">
        <p14:creationId xmlns:p14="http://schemas.microsoft.com/office/powerpoint/2010/main" val="3219894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1403C-39C2-4F8F-9B33-4C76320F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58797"/>
            <a:ext cx="8950169" cy="453407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3DF75E-CCBF-4868-A4CD-A128255C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a plain </a:t>
            </a:r>
            <a:r>
              <a:rPr lang="en-US" dirty="0" err="1"/>
              <a:t>hexdump</a:t>
            </a:r>
            <a:r>
              <a:rPr lang="en-US" dirty="0"/>
              <a:t> to back into binary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7D853-099F-43DA-82C2-BE3AE2E12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904" y="4790135"/>
            <a:ext cx="6864303" cy="7724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5947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9CCD6-9F4F-4109-8EE0-1D02DC0C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Interesting evidence in file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8EA02-41BE-4B14-9F5F-10B24734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673" y="643466"/>
            <a:ext cx="6749986" cy="5568739"/>
          </a:xfrm>
          <a:prstGeom prst="rect">
            <a:avLst/>
          </a:prstGeom>
        </p:spPr>
      </p:pic>
      <p:pic>
        <p:nvPicPr>
          <p:cNvPr id="1026" name="Picture 2" descr="Grunge bonus label PSD - PSDstamps">
            <a:extLst>
              <a:ext uri="{FF2B5EF4-FFF2-40B4-BE49-F238E27FC236}">
                <a16:creationId xmlns:a16="http://schemas.microsoft.com/office/drawing/2014/main" id="{94E67654-4A85-41F5-9B26-E0DBC0BE1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41" y="237034"/>
            <a:ext cx="1536402" cy="102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277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3F34D1-CF08-4529-B993-825531E1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60" y="989124"/>
            <a:ext cx="8752580" cy="3204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22832E-54A6-476B-BC9E-EEC6433A4C4A}"/>
              </a:ext>
            </a:extLst>
          </p:cNvPr>
          <p:cNvSpPr txBox="1"/>
          <p:nvPr/>
        </p:nvSpPr>
        <p:spPr>
          <a:xfrm>
            <a:off x="711459" y="619791"/>
            <a:ext cx="665433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Hexdump</a:t>
            </a:r>
            <a:r>
              <a:rPr lang="en-US" dirty="0"/>
              <a:t> Photoshop </a:t>
            </a:r>
            <a:r>
              <a:rPr lang="en-US" dirty="0" err="1"/>
              <a:t>infor</a:t>
            </a:r>
            <a:r>
              <a:rPr lang="en-US" dirty="0"/>
              <a:t> starting from 0x100 and list 0x9f bytes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6E2CB9-6127-495F-9C80-3FCBD42C7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89" y="4872952"/>
            <a:ext cx="8690952" cy="9656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9720FB-2B09-4281-AAAB-8444144371EE}"/>
              </a:ext>
            </a:extLst>
          </p:cNvPr>
          <p:cNvSpPr txBox="1"/>
          <p:nvPr/>
        </p:nvSpPr>
        <p:spPr>
          <a:xfrm>
            <a:off x="773088" y="4503620"/>
            <a:ext cx="665433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Hexdump</a:t>
            </a:r>
            <a:r>
              <a:rPr lang="en-US" dirty="0"/>
              <a:t> the name </a:t>
            </a:r>
          </a:p>
        </p:txBody>
      </p:sp>
    </p:spTree>
    <p:extLst>
      <p:ext uri="{BB962C8B-B14F-4D97-AF65-F5344CB8AC3E}">
        <p14:creationId xmlns:p14="http://schemas.microsoft.com/office/powerpoint/2010/main" val="1373588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72D0-999B-4DFE-9F72-BBBE3C46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Howard Korn?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AEDA6-D17B-47B0-B492-DE4D3337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80356" cy="3109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01157E-ACAD-4A3B-8F24-71A1974B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04" y="0"/>
            <a:ext cx="36717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58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D33E4D-32E1-4318-8223-37A7E456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the date (2020 -2030)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A9E9D-D8E7-44E3-AFF8-5B3DDED45F26}"/>
              </a:ext>
            </a:extLst>
          </p:cNvPr>
          <p:cNvSpPr txBox="1"/>
          <p:nvPr/>
        </p:nvSpPr>
        <p:spPr>
          <a:xfrm>
            <a:off x="918225" y="1690688"/>
            <a:ext cx="1476414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Hexdump</a:t>
            </a:r>
            <a:r>
              <a:rPr lang="en-US" dirty="0"/>
              <a:t> the year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2ED7EF-F63D-45D7-91E5-0735D940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639" y="1690688"/>
            <a:ext cx="7888275" cy="4441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76413A-3D3A-4A63-8609-45B0A850E67B}"/>
              </a:ext>
            </a:extLst>
          </p:cNvPr>
          <p:cNvSpPr txBox="1"/>
          <p:nvPr/>
        </p:nvSpPr>
        <p:spPr>
          <a:xfrm>
            <a:off x="918225" y="2782669"/>
            <a:ext cx="1476414" cy="2585323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xxd</a:t>
            </a:r>
            <a:r>
              <a:rPr lang="en-US" dirty="0"/>
              <a:t> reverses </a:t>
            </a:r>
            <a:r>
              <a:rPr lang="en-US" dirty="0" err="1"/>
              <a:t>hexdump</a:t>
            </a:r>
            <a:r>
              <a:rPr lang="en-US" dirty="0"/>
              <a:t> to binary (read from standard input. Overwrite 2020 with 2030)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234AC-2903-416B-B957-4B0AE519AA73}"/>
              </a:ext>
            </a:extLst>
          </p:cNvPr>
          <p:cNvSpPr txBox="1"/>
          <p:nvPr/>
        </p:nvSpPr>
        <p:spPr>
          <a:xfrm>
            <a:off x="8656320" y="2803404"/>
            <a:ext cx="240792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/>
              <a:t>If </a:t>
            </a:r>
            <a:r>
              <a:rPr lang="en-GB" sz="1400" dirty="0" err="1"/>
              <a:t>infile</a:t>
            </a:r>
            <a:r>
              <a:rPr lang="en-GB" sz="1400" dirty="0"/>
              <a:t> is specified as a `-' character, then input  is  taken  from  standard  input.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9518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38B9-714B-43D2-B62B-FFB8E984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2BFD8-FD8D-4BA2-9151-7DBD5776E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software function</a:t>
            </a:r>
          </a:p>
          <a:p>
            <a:pPr lvl="1"/>
            <a:r>
              <a:rPr lang="en-US" dirty="0"/>
              <a:t>unlimited resource for games</a:t>
            </a:r>
          </a:p>
          <a:p>
            <a:r>
              <a:rPr lang="en-US" dirty="0"/>
              <a:t>Bypass security check</a:t>
            </a:r>
          </a:p>
          <a:p>
            <a:pPr lvl="1"/>
            <a:r>
              <a:rPr lang="en-US" dirty="0"/>
              <a:t>authentication  </a:t>
            </a:r>
          </a:p>
          <a:p>
            <a:r>
              <a:rPr lang="en-US" dirty="0"/>
              <a:t>Insert malicious code</a:t>
            </a:r>
          </a:p>
          <a:p>
            <a:pPr lvl="1"/>
            <a:r>
              <a:rPr lang="en-US" dirty="0"/>
              <a:t>backdoor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42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97C9C9-1496-597C-C5B0-773C37FCA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03" y="94961"/>
            <a:ext cx="6858594" cy="6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83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BC0360-60A3-C483-55F0-B08A39BB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carving?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5BFD5-F8F3-4727-3622-EA7FB3BB1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45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6D32-95E2-4029-99EC-40328D49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Anything can be wrong!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5B2051-A860-4020-8F69-81932DE8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65" y="1948022"/>
            <a:ext cx="8257355" cy="3355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9BD19-44AC-EB32-BE6B-0150314BD496}"/>
              </a:ext>
            </a:extLst>
          </p:cNvPr>
          <p:cNvSpPr txBox="1"/>
          <p:nvPr/>
        </p:nvSpPr>
        <p:spPr>
          <a:xfrm>
            <a:off x="5440669" y="5695404"/>
            <a:ext cx="2607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unallocated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corrupted file header</a:t>
            </a:r>
            <a:endParaRPr lang="en-US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D07FD1D7-94EB-954C-75DB-350D5847A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826"/>
              </p:ext>
            </p:extLst>
          </p:nvPr>
        </p:nvGraphicFramePr>
        <p:xfrm>
          <a:off x="8760722" y="4147175"/>
          <a:ext cx="238545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10">
                  <a:extLst>
                    <a:ext uri="{9D8B030D-6E8A-4147-A177-3AD203B41FA5}">
                      <a16:colId xmlns:a16="http://schemas.microsoft.com/office/drawing/2014/main" val="40545654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6035226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59812352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300927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88677221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36149246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272609932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65214645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074088871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1828758157"/>
                    </a:ext>
                  </a:extLst>
                </a:gridCol>
              </a:tblGrid>
              <a:tr h="1220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175009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6485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5900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541777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1147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7227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260675-0F6D-AEC3-97E7-BF916FD05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57727"/>
              </p:ext>
            </p:extLst>
          </p:nvPr>
        </p:nvGraphicFramePr>
        <p:xfrm>
          <a:off x="8476526" y="6482022"/>
          <a:ext cx="295384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9337">
                  <a:extLst>
                    <a:ext uri="{9D8B030D-6E8A-4147-A177-3AD203B41FA5}">
                      <a16:colId xmlns:a16="http://schemas.microsoft.com/office/drawing/2014/main" val="1300531843"/>
                    </a:ext>
                  </a:extLst>
                </a:gridCol>
                <a:gridCol w="712510">
                  <a:extLst>
                    <a:ext uri="{9D8B030D-6E8A-4147-A177-3AD203B41FA5}">
                      <a16:colId xmlns:a16="http://schemas.microsoft.com/office/drawing/2014/main" val="2628936900"/>
                    </a:ext>
                  </a:extLst>
                </a:gridCol>
                <a:gridCol w="1581995">
                  <a:extLst>
                    <a:ext uri="{9D8B030D-6E8A-4147-A177-3AD203B41FA5}">
                      <a16:colId xmlns:a16="http://schemas.microsoft.com/office/drawing/2014/main" val="3186011200"/>
                    </a:ext>
                  </a:extLst>
                </a:gridCol>
              </a:tblGrid>
              <a:tr h="122098">
                <a:tc>
                  <a:txBody>
                    <a:bodyPr/>
                    <a:lstStyle/>
                    <a:p>
                      <a:r>
                        <a:rPr lang="en-US" dirty="0"/>
                        <a:t>File1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file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882215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243AB10B-709F-1028-5756-45E1764F4353}"/>
              </a:ext>
            </a:extLst>
          </p:cNvPr>
          <p:cNvGrpSpPr/>
          <p:nvPr/>
        </p:nvGrpSpPr>
        <p:grpSpPr>
          <a:xfrm>
            <a:off x="5787417" y="3708491"/>
            <a:ext cx="5263920" cy="2307240"/>
            <a:chOff x="5787417" y="3708491"/>
            <a:chExt cx="5263920" cy="230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6396E2-7902-B090-2872-78372AD6EC57}"/>
                    </a:ext>
                  </a:extLst>
                </p14:cNvPr>
                <p14:cNvContentPartPr/>
                <p14:nvPr/>
              </p14:nvContentPartPr>
              <p14:xfrm>
                <a:off x="5787417" y="5545571"/>
                <a:ext cx="1951920" cy="470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6396E2-7902-B090-2872-78372AD6EC5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9777" y="5527931"/>
                  <a:ext cx="19875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0DA4B8-456F-EB90-17CB-3AAFE6C87E60}"/>
                    </a:ext>
                  </a:extLst>
                </p14:cNvPr>
                <p14:cNvContentPartPr/>
                <p14:nvPr/>
              </p14:nvContentPartPr>
              <p14:xfrm>
                <a:off x="7677777" y="3708491"/>
                <a:ext cx="1693800" cy="18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0DA4B8-456F-EB90-17CB-3AAFE6C87E6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59777" y="3690491"/>
                  <a:ext cx="1729440" cy="19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FE7B08-09E2-4393-CCD1-23F792E1531D}"/>
                    </a:ext>
                  </a:extLst>
                </p14:cNvPr>
                <p14:cNvContentPartPr/>
                <p14:nvPr/>
              </p14:nvContentPartPr>
              <p14:xfrm>
                <a:off x="9272217" y="4035371"/>
                <a:ext cx="172440" cy="4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FE7B08-09E2-4393-CCD1-23F792E153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54577" y="4017731"/>
                  <a:ext cx="208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206EE22-0B32-573E-537A-2483BC213D68}"/>
                    </a:ext>
                  </a:extLst>
                </p14:cNvPr>
                <p14:cNvContentPartPr/>
                <p14:nvPr/>
              </p14:nvContentPartPr>
              <p14:xfrm>
                <a:off x="7738257" y="4236971"/>
                <a:ext cx="2374560" cy="1537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206EE22-0B32-573E-537A-2483BC213D6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20257" y="4219331"/>
                  <a:ext cx="2410200" cy="15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AB2A3D-E84E-0CD7-EE55-A3024561AEB1}"/>
                    </a:ext>
                  </a:extLst>
                </p14:cNvPr>
                <p14:cNvContentPartPr/>
                <p14:nvPr/>
              </p14:nvContentPartPr>
              <p14:xfrm>
                <a:off x="9739857" y="4118171"/>
                <a:ext cx="129960" cy="150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AB2A3D-E84E-0CD7-EE55-A3024561AEB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721857" y="4100531"/>
                  <a:ext cx="165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DC5FA7-29A0-0CC8-9C23-926E4B40B4CC}"/>
                    </a:ext>
                  </a:extLst>
                </p14:cNvPr>
                <p14:cNvContentPartPr/>
                <p14:nvPr/>
              </p14:nvContentPartPr>
              <p14:xfrm>
                <a:off x="7790817" y="4461611"/>
                <a:ext cx="3197520" cy="1410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DC5FA7-29A0-0CC8-9C23-926E4B40B4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73177" y="4443611"/>
                  <a:ext cx="3233160" cy="14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DD6DC3-10B9-6B15-F119-6B0B4282C28B}"/>
                    </a:ext>
                  </a:extLst>
                </p14:cNvPr>
                <p14:cNvContentPartPr/>
                <p14:nvPr/>
              </p14:nvContentPartPr>
              <p14:xfrm>
                <a:off x="11017857" y="4405811"/>
                <a:ext cx="33480" cy="95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DD6DC3-10B9-6B15-F119-6B0B4282C28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999857" y="4387811"/>
                  <a:ext cx="691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005C0B5-820B-D416-8BF6-CBD3295E878D}"/>
                  </a:ext>
                </a:extLst>
              </p14:cNvPr>
              <p14:cNvContentPartPr/>
              <p14:nvPr/>
            </p14:nvContentPartPr>
            <p14:xfrm>
              <a:off x="8772177" y="4158131"/>
              <a:ext cx="76680" cy="113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005C0B5-820B-D416-8BF6-CBD3295E878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63537" y="4149491"/>
                <a:ext cx="9432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989916F-8CDA-3C48-6F28-415B7A97EB2B}"/>
              </a:ext>
            </a:extLst>
          </p:cNvPr>
          <p:cNvGrpSpPr/>
          <p:nvPr/>
        </p:nvGrpSpPr>
        <p:grpSpPr>
          <a:xfrm>
            <a:off x="5666817" y="4110611"/>
            <a:ext cx="3072600" cy="2320920"/>
            <a:chOff x="5666817" y="4110611"/>
            <a:chExt cx="3072600" cy="23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8B0014-14F0-1470-1367-E73A4169E7E5}"/>
                    </a:ext>
                  </a:extLst>
                </p14:cNvPr>
                <p14:cNvContentPartPr/>
                <p14:nvPr/>
              </p14:nvContentPartPr>
              <p14:xfrm>
                <a:off x="5666817" y="5999891"/>
                <a:ext cx="2164320" cy="431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8B0014-14F0-1470-1367-E73A4169E7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58177" y="5990891"/>
                  <a:ext cx="21819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DC4CA0-BF68-4412-06B8-08A5D85097FE}"/>
                    </a:ext>
                  </a:extLst>
                </p14:cNvPr>
                <p14:cNvContentPartPr/>
                <p14:nvPr/>
              </p14:nvContentPartPr>
              <p14:xfrm>
                <a:off x="7828617" y="4177571"/>
                <a:ext cx="910800" cy="1981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DC4CA0-BF68-4412-06B8-08A5D85097F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19977" y="4168571"/>
                  <a:ext cx="928440" cy="19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12222F-D261-D0BC-4ABA-82FA039D7608}"/>
                    </a:ext>
                  </a:extLst>
                </p14:cNvPr>
                <p14:cNvContentPartPr/>
                <p14:nvPr/>
              </p14:nvContentPartPr>
              <p14:xfrm>
                <a:off x="8677857" y="4110611"/>
                <a:ext cx="55800" cy="176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12222F-D261-D0BC-4ABA-82FA039D76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69217" y="4101971"/>
                  <a:ext cx="7344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BC577B-E232-EC6D-E5B4-64B4375D2B9B}"/>
                  </a:ext>
                </a:extLst>
              </p14:cNvPr>
              <p14:cNvContentPartPr/>
              <p14:nvPr/>
            </p14:nvContentPartPr>
            <p14:xfrm>
              <a:off x="11418177" y="251617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BC577B-E232-EC6D-E5B4-64B4375D2B9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409537" y="250753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E83519-FB94-D750-8BFD-0FA82AA8864C}"/>
              </a:ext>
            </a:extLst>
          </p:cNvPr>
          <p:cNvSpPr txBox="1"/>
          <p:nvPr/>
        </p:nvSpPr>
        <p:spPr>
          <a:xfrm>
            <a:off x="1203663" y="5687785"/>
            <a:ext cx="245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Corrupted MFT entry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91441F-61BF-6F8A-4A2F-2DBF5D98DEC2}"/>
              </a:ext>
            </a:extLst>
          </p:cNvPr>
          <p:cNvGrpSpPr/>
          <p:nvPr/>
        </p:nvGrpSpPr>
        <p:grpSpPr>
          <a:xfrm>
            <a:off x="353217" y="4715411"/>
            <a:ext cx="855720" cy="1007640"/>
            <a:chOff x="353217" y="4715411"/>
            <a:chExt cx="855720" cy="10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0F5913-07FF-CD98-9FB1-1C8B3EF4B030}"/>
                    </a:ext>
                  </a:extLst>
                </p14:cNvPr>
                <p14:cNvContentPartPr/>
                <p14:nvPr/>
              </p14:nvContentPartPr>
              <p14:xfrm>
                <a:off x="353217" y="4825931"/>
                <a:ext cx="855720" cy="897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0F5913-07FF-CD98-9FB1-1C8B3EF4B03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4577" y="4816931"/>
                  <a:ext cx="87336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25E105-562E-63C6-839A-0D9C4C392254}"/>
                    </a:ext>
                  </a:extLst>
                </p14:cNvPr>
                <p14:cNvContentPartPr/>
                <p14:nvPr/>
              </p14:nvContentPartPr>
              <p14:xfrm>
                <a:off x="755337" y="4715411"/>
                <a:ext cx="151920" cy="24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425E105-562E-63C6-839A-0D9C4C3922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6697" y="4706771"/>
                  <a:ext cx="169560" cy="261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8988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D585-1794-4DA8-8808-21DA9981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carving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BEE77-F532-4E8F-A975-83A82DCB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Reassembling computer files from fragments in the absence of filesystem metadata</a:t>
            </a:r>
          </a:p>
          <a:p>
            <a:pPr lvl="1"/>
            <a:r>
              <a:rPr lang="en-GB" dirty="0"/>
              <a:t>A well-known computer forensics term</a:t>
            </a:r>
          </a:p>
          <a:p>
            <a:pPr lvl="1"/>
            <a:r>
              <a:rPr lang="en-GB" dirty="0"/>
              <a:t>aka file carving</a:t>
            </a:r>
          </a:p>
          <a:p>
            <a:r>
              <a:rPr lang="en-GB" dirty="0"/>
              <a:t>Identify and extract (carve) the file </a:t>
            </a:r>
          </a:p>
          <a:p>
            <a:pPr lvl="1"/>
            <a:r>
              <a:rPr lang="en-GB" dirty="0"/>
              <a:t>based on analysis of file formats </a:t>
            </a:r>
            <a:r>
              <a:rPr lang="en-US" dirty="0"/>
              <a:t>(if a file head is corrupted)</a:t>
            </a:r>
            <a:endParaRPr lang="en-GB" dirty="0"/>
          </a:p>
          <a:p>
            <a:pPr lvl="1"/>
            <a:r>
              <a:rPr lang="en-GB" dirty="0"/>
              <a:t>based on file signature information</a:t>
            </a:r>
          </a:p>
          <a:p>
            <a:pPr lvl="1"/>
            <a:r>
              <a:rPr lang="en-GB" dirty="0"/>
              <a:t>without the assistance of the file system that originality created the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904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AD27-BF1A-4E5A-AF9F-5BC37660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66DA0-ABA1-4BAC-AC04-4DBEBF7D8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Scenario 1: A file (A) is hidden inside of another file (B). You can’t open the file B because the B’s header is corrupted.</a:t>
            </a:r>
          </a:p>
          <a:p>
            <a:r>
              <a:rPr lang="en-GB" dirty="0"/>
              <a:t>Scenario 2: A suspect deleted files. The files contains an important information. A file occupies a few clusters. Unfortunately, some clusters are reused (overwritten) by new files.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 forensic expert really wants to recover files, even a partial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84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40D0C5-EB94-493E-B65C-7C84FC31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Extracting images from a corrupted Word document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E442E6-6B80-4529-8552-EC17B590B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bless</a:t>
            </a:r>
          </a:p>
        </p:txBody>
      </p:sp>
    </p:spTree>
    <p:extLst>
      <p:ext uri="{BB962C8B-B14F-4D97-AF65-F5344CB8AC3E}">
        <p14:creationId xmlns:p14="http://schemas.microsoft.com/office/powerpoint/2010/main" val="3980025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D02CFD-58D2-4B5C-BF85-2A5DE861E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095" y="122123"/>
            <a:ext cx="8227937" cy="65426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3848C1-C6FB-4B45-BE75-7D3F2E58FD33}"/>
              </a:ext>
            </a:extLst>
          </p:cNvPr>
          <p:cNvSpPr txBox="1"/>
          <p:nvPr/>
        </p:nvSpPr>
        <p:spPr>
          <a:xfrm>
            <a:off x="455273" y="2143712"/>
            <a:ext cx="3162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can’t open the file because the file is corrupted (accidentally or intentionally)! 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How to corrupted a file?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2188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98D1-7680-B273-2720-BADA1814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A09A43-A7D3-934A-DE35-295F99DF7D90}"/>
              </a:ext>
            </a:extLst>
          </p:cNvPr>
          <p:cNvSpPr/>
          <p:nvPr/>
        </p:nvSpPr>
        <p:spPr>
          <a:xfrm>
            <a:off x="5482516" y="1569720"/>
            <a:ext cx="1668925" cy="454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B1C30-8C62-17C4-AB15-B40813748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517" y="2872539"/>
            <a:ext cx="1668925" cy="2324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AF135-0A6F-F18A-FBDB-FA2F5E6FA64C}"/>
              </a:ext>
            </a:extLst>
          </p:cNvPr>
          <p:cNvSpPr txBox="1"/>
          <p:nvPr/>
        </p:nvSpPr>
        <p:spPr>
          <a:xfrm>
            <a:off x="4385741" y="2872539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FFD8FFE9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853F6-EA60-7809-5590-CF89610692F3}"/>
              </a:ext>
            </a:extLst>
          </p:cNvPr>
          <p:cNvSpPr txBox="1"/>
          <p:nvPr/>
        </p:nvSpPr>
        <p:spPr>
          <a:xfrm>
            <a:off x="7075601" y="486719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FFD9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992BE-CA2D-670C-D03D-ABBA7F1AC750}"/>
              </a:ext>
            </a:extLst>
          </p:cNvPr>
          <p:cNvSpPr txBox="1"/>
          <p:nvPr/>
        </p:nvSpPr>
        <p:spPr>
          <a:xfrm>
            <a:off x="1681060" y="2782669"/>
            <a:ext cx="2704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the offset address of the signature =&gt;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C7CC5-F6D2-2A3E-B60F-B7B96765A36F}"/>
              </a:ext>
            </a:extLst>
          </p:cNvPr>
          <p:cNvSpPr txBox="1"/>
          <p:nvPr/>
        </p:nvSpPr>
        <p:spPr>
          <a:xfrm>
            <a:off x="7698197" y="4867193"/>
            <a:ext cx="2092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</a:t>
            </a:r>
            <a:r>
              <a:rPr lang="en-US" dirty="0">
                <a:solidFill>
                  <a:srgbClr val="FF0000"/>
                </a:solidFill>
              </a:rPr>
              <a:t>What is the offset address of the signature</a:t>
            </a:r>
          </a:p>
        </p:txBody>
      </p:sp>
    </p:spTree>
    <p:extLst>
      <p:ext uri="{BB962C8B-B14F-4D97-AF65-F5344CB8AC3E}">
        <p14:creationId xmlns:p14="http://schemas.microsoft.com/office/powerpoint/2010/main" val="342378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F26C36-ED99-44AE-8A36-9CF48319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Prepare required files for the lab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E5A84-BD35-431F-A5FE-72D215AD4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94" y="1690688"/>
            <a:ext cx="9351313" cy="4664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E0FEA-F2D9-46DB-A5FA-EBD60094DEA0}"/>
              </a:ext>
            </a:extLst>
          </p:cNvPr>
          <p:cNvSpPr txBox="1"/>
          <p:nvPr/>
        </p:nvSpPr>
        <p:spPr>
          <a:xfrm>
            <a:off x="7078980" y="4663440"/>
            <a:ext cx="17022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the file we need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8C5CB1-05DD-46D1-8AF3-432247CFB708}"/>
              </a:ext>
            </a:extLst>
          </p:cNvPr>
          <p:cNvCxnSpPr>
            <a:cxnSpLocks/>
          </p:cNvCxnSpPr>
          <p:nvPr/>
        </p:nvCxnSpPr>
        <p:spPr>
          <a:xfrm flipH="1">
            <a:off x="7421880" y="5032772"/>
            <a:ext cx="508230" cy="324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044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E5C1-91DE-4090-A8A8-E83902F9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the file in a hex editor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16EAFD-2C0F-456D-9CA3-D6293C4D3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44617"/>
            <a:ext cx="8940738" cy="2896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86FCB0-8F15-237F-83DF-7A090914AF7E}"/>
              </a:ext>
            </a:extLst>
          </p:cNvPr>
          <p:cNvSpPr txBox="1"/>
          <p:nvPr/>
        </p:nvSpPr>
        <p:spPr>
          <a:xfrm>
            <a:off x="838200" y="1775285"/>
            <a:ext cx="398831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If bless has not been installed</a:t>
            </a:r>
          </a:p>
        </p:txBody>
      </p:sp>
    </p:spTree>
    <p:extLst>
      <p:ext uri="{BB962C8B-B14F-4D97-AF65-F5344CB8AC3E}">
        <p14:creationId xmlns:p14="http://schemas.microsoft.com/office/powerpoint/2010/main" val="1012629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F308-5A4D-4DC7-A047-A8D18788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file header start offset – 0F5E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B7231-F269-4FC8-8EA7-AFB807C0F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1006"/>
            <a:ext cx="9493501" cy="533699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793339-7597-4167-8F09-5AC8FC4A5BCD}"/>
              </a:ext>
            </a:extLst>
          </p:cNvPr>
          <p:cNvCxnSpPr/>
          <p:nvPr/>
        </p:nvCxnSpPr>
        <p:spPr>
          <a:xfrm flipH="1">
            <a:off x="6023728" y="1244338"/>
            <a:ext cx="1272618" cy="2592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E95A38-6EF7-44CD-A790-EB1640E8703E}"/>
              </a:ext>
            </a:extLst>
          </p:cNvPr>
          <p:cNvSpPr txBox="1"/>
          <p:nvPr/>
        </p:nvSpPr>
        <p:spPr>
          <a:xfrm>
            <a:off x="1860299" y="6492875"/>
            <a:ext cx="287412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400" dirty="0"/>
              <a:t>beginning of the highlighted position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7943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DEE9-01F1-4D63-B8D1-5ACD14BB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file trailer ends offset – 15B93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B25D9-93A9-4A89-8489-A20D03275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9342748" cy="5157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13218-9E40-4C62-9539-EFD3208D9489}"/>
              </a:ext>
            </a:extLst>
          </p:cNvPr>
          <p:cNvSpPr txBox="1"/>
          <p:nvPr/>
        </p:nvSpPr>
        <p:spPr>
          <a:xfrm>
            <a:off x="1738379" y="6493510"/>
            <a:ext cx="2314929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400" dirty="0"/>
              <a:t>after the highlighted position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75139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0E9C-0418-45FF-A7B3-B3D685E9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hex from header to tail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3DAE-5189-4CE2-B3A7-991EAD99E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(0F5E)</a:t>
            </a:r>
            <a:r>
              <a:rPr lang="en-US" sz="1600" dirty="0"/>
              <a:t>16</a:t>
            </a:r>
            <a:r>
              <a:rPr lang="en-US" dirty="0"/>
              <a:t>=(3934)</a:t>
            </a:r>
            <a:r>
              <a:rPr lang="en-US" sz="1600" dirty="0"/>
              <a:t>10</a:t>
            </a:r>
          </a:p>
          <a:p>
            <a:r>
              <a:rPr lang="en-US" dirty="0"/>
              <a:t>(15B93)</a:t>
            </a:r>
            <a:r>
              <a:rPr lang="en-US" sz="1600" dirty="0"/>
              <a:t>16</a:t>
            </a:r>
            <a:r>
              <a:rPr lang="en-US" dirty="0"/>
              <a:t>=(88979)</a:t>
            </a:r>
            <a:r>
              <a:rPr lang="en-US" sz="1600" dirty="0"/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908D6-6F5C-4E9A-8858-5807F8EA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575" y="1825625"/>
            <a:ext cx="3467904" cy="359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10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B01656-E320-404C-BAA8-F98CDA4E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 the selection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D64FA-E0AF-47CE-8703-3C2FC0A1C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3619"/>
            <a:ext cx="10548669" cy="352361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E471F3F-9F30-F6DB-12CF-B156EBA8B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410" y="5894833"/>
            <a:ext cx="1543050" cy="33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7724C-B0AC-5B3D-21CF-19E960AE4DE0}"/>
              </a:ext>
            </a:extLst>
          </p:cNvPr>
          <p:cNvSpPr txBox="1"/>
          <p:nvPr/>
        </p:nvSpPr>
        <p:spPr>
          <a:xfrm>
            <a:off x="2971800" y="5894833"/>
            <a:ext cx="96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ritannic Bold" panose="020B0903060703020204" pitchFamily="34" charset="0"/>
              </a:rPr>
              <a:t>0x0F5E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474EA-BB9D-534C-3740-FD0A41932CAF}"/>
              </a:ext>
            </a:extLst>
          </p:cNvPr>
          <p:cNvSpPr txBox="1"/>
          <p:nvPr/>
        </p:nvSpPr>
        <p:spPr>
          <a:xfrm>
            <a:off x="6633882" y="5856155"/>
            <a:ext cx="130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ritannic Bold" panose="020B0903060703020204" pitchFamily="34" charset="0"/>
              </a:rPr>
              <a:t>0x15B93</a:t>
            </a:r>
          </a:p>
        </p:txBody>
      </p:sp>
    </p:spTree>
    <p:extLst>
      <p:ext uri="{BB962C8B-B14F-4D97-AF65-F5344CB8AC3E}">
        <p14:creationId xmlns:p14="http://schemas.microsoft.com/office/powerpoint/2010/main" val="11933203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E417-58BF-44A1-811F-E116CE57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Paste the selection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17D2A-B6A6-4ACF-A5F2-DA5F2F032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7533"/>
            <a:ext cx="8977138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07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4890-925D-4BBE-9470-6B2A6C65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Save the image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D7928-E083-4548-8CA0-48D1B12B2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9461"/>
            <a:ext cx="6386113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56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E59D-155A-4F99-98B3-C3D3548E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Show the carved image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B47FE-0F00-4E04-93B9-53361266A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8592"/>
            <a:ext cx="9815411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5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F772-E773-426D-BD09-50A3B5DC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1:  using </a:t>
            </a:r>
            <a:r>
              <a:rPr lang="en-US" i="1" dirty="0" err="1">
                <a:solidFill>
                  <a:srgbClr val="7030A0"/>
                </a:solidFill>
              </a:rPr>
              <a:t>xxd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2826F-E5F2-4F06-9E5B-B81032FD0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7" y="2049660"/>
            <a:ext cx="12055885" cy="2758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C688CD-A083-44DF-AC02-C2A4BAE04528}"/>
              </a:ext>
            </a:extLst>
          </p:cNvPr>
          <p:cNvSpPr txBox="1"/>
          <p:nvPr/>
        </p:nvSpPr>
        <p:spPr>
          <a:xfrm>
            <a:off x="8168640" y="2864168"/>
            <a:ext cx="220218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Must have </a:t>
            </a:r>
            <a:r>
              <a:rPr lang="en-US" sz="1400" i="1" dirty="0">
                <a:solidFill>
                  <a:srgbClr val="7030A0"/>
                </a:solidFill>
              </a:rPr>
              <a:t>–p</a:t>
            </a:r>
            <a:r>
              <a:rPr lang="en-US" sz="1400" dirty="0"/>
              <a:t>, which tells </a:t>
            </a:r>
            <a:r>
              <a:rPr lang="en-US" sz="1400" i="1" dirty="0" err="1">
                <a:solidFill>
                  <a:srgbClr val="7030A0"/>
                </a:solidFill>
              </a:rPr>
              <a:t>xxd</a:t>
            </a:r>
            <a:r>
              <a:rPr lang="en-US" sz="1400" dirty="0"/>
              <a:t> the input is a plain text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94A65-9A07-F9AE-2547-AB5659F4F5FF}"/>
              </a:ext>
            </a:extLst>
          </p:cNvPr>
          <p:cNvSpPr txBox="1"/>
          <p:nvPr/>
        </p:nvSpPr>
        <p:spPr>
          <a:xfrm>
            <a:off x="5181600" y="5725315"/>
            <a:ext cx="369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 you need a lazy match &lt;.*?&gt;</a:t>
            </a:r>
          </a:p>
        </p:txBody>
      </p:sp>
    </p:spTree>
    <p:extLst>
      <p:ext uri="{BB962C8B-B14F-4D97-AF65-F5344CB8AC3E}">
        <p14:creationId xmlns:p14="http://schemas.microsoft.com/office/powerpoint/2010/main" val="18336167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0FBFE4-9A11-4C83-AC10-D5BC5139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389" y="1229845"/>
            <a:ext cx="7063538" cy="478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62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4679-E0C4-4B5E-9FE0-4ADF203C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2:  using </a:t>
            </a:r>
            <a:r>
              <a:rPr lang="en-US" i="1" dirty="0" err="1">
                <a:solidFill>
                  <a:srgbClr val="7030A0"/>
                </a:solidFill>
              </a:rPr>
              <a:t>binwalk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0D85C-E746-4EBE-8865-DEC774F3EF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2" t="-403" r="52" b="42932"/>
          <a:stretch/>
        </p:blipFill>
        <p:spPr>
          <a:xfrm>
            <a:off x="17285" y="2109018"/>
            <a:ext cx="12179385" cy="394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054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5BED75-6907-45E0-B5D4-29F2F1F9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88" y="1424022"/>
            <a:ext cx="8367485" cy="3589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E76A9-70B5-4526-8286-01B892CC3656}"/>
              </a:ext>
            </a:extLst>
          </p:cNvPr>
          <p:cNvSpPr txBox="1"/>
          <p:nvPr/>
        </p:nvSpPr>
        <p:spPr>
          <a:xfrm>
            <a:off x="4718304" y="2020824"/>
            <a:ext cx="200888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88980-85046=3934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37BDA-AA97-4063-AF2F-D20B7E92BE5D}"/>
              </a:ext>
            </a:extLst>
          </p:cNvPr>
          <p:cNvSpPr txBox="1"/>
          <p:nvPr/>
        </p:nvSpPr>
        <p:spPr>
          <a:xfrm>
            <a:off x="1497207" y="756289"/>
            <a:ext cx="9417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not start from 3882? Word doc includes an embedded header (52 bytes</a:t>
            </a:r>
            <a:r>
              <a:rPr lang="en-US"/>
              <a:t>), i.e., </a:t>
            </a:r>
            <a:r>
              <a:rPr lang="en-US" dirty="0"/>
              <a:t>3934=3882+52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68CC93A-A009-79E7-42BF-C987B68F0872}"/>
              </a:ext>
            </a:extLst>
          </p:cNvPr>
          <p:cNvCxnSpPr>
            <a:stCxn id="6" idx="2"/>
          </p:cNvCxnSpPr>
          <p:nvPr/>
        </p:nvCxnSpPr>
        <p:spPr>
          <a:xfrm flipH="1">
            <a:off x="5029200" y="1125621"/>
            <a:ext cx="1176700" cy="543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8772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EF05-16D4-4A2C-994D-8122126C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3:  using </a:t>
            </a:r>
            <a:r>
              <a:rPr lang="en-US" i="1" dirty="0" err="1">
                <a:solidFill>
                  <a:srgbClr val="7030A0"/>
                </a:solidFill>
              </a:rPr>
              <a:t>binwalk</a:t>
            </a:r>
            <a:r>
              <a:rPr lang="en-US" i="1">
                <a:solidFill>
                  <a:srgbClr val="7030A0"/>
                </a:solidFill>
              </a:rPr>
              <a:t> -e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86C50-A2B6-4336-BA64-4050F9612B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096"/>
          <a:stretch/>
        </p:blipFill>
        <p:spPr>
          <a:xfrm>
            <a:off x="185133" y="2028064"/>
            <a:ext cx="11821733" cy="41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18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7DA742-459D-49A2-B21B-7E3AA20D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Carving</a:t>
            </a:r>
            <a:r>
              <a:rPr lang="en-US"/>
              <a:t>/Recovering </a:t>
            </a:r>
            <a:r>
              <a:rPr lang="en-US" dirty="0"/>
              <a:t>a USB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1C27B-E7F5-4BE8-8D77-938C181A4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scalpel</a:t>
            </a:r>
          </a:p>
        </p:txBody>
      </p:sp>
    </p:spTree>
    <p:extLst>
      <p:ext uri="{BB962C8B-B14F-4D97-AF65-F5344CB8AC3E}">
        <p14:creationId xmlns:p14="http://schemas.microsoft.com/office/powerpoint/2010/main" val="24736578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478C-B9EB-45D5-86FE-31965B3F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Prepare a USB image for file carving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F136A-91E1-4743-A0D6-638305A717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042"/>
          <a:stretch/>
        </p:blipFill>
        <p:spPr>
          <a:xfrm>
            <a:off x="838200" y="1917835"/>
            <a:ext cx="10519804" cy="1808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21EE7-C592-4851-8B4A-A29E01D6B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67310"/>
            <a:ext cx="10515600" cy="2325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0A21C-FD21-4EE4-BAD3-4E1E0000DF71}"/>
              </a:ext>
            </a:extLst>
          </p:cNvPr>
          <p:cNvSpPr txBox="1"/>
          <p:nvPr/>
        </p:nvSpPr>
        <p:spPr>
          <a:xfrm>
            <a:off x="838200" y="1548503"/>
            <a:ext cx="324197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Download the zipped USB image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718E5-8A15-49A4-B6F1-3FD98EDAAF72}"/>
              </a:ext>
            </a:extLst>
          </p:cNvPr>
          <p:cNvSpPr txBox="1"/>
          <p:nvPr/>
        </p:nvSpPr>
        <p:spPr>
          <a:xfrm>
            <a:off x="838200" y="3797978"/>
            <a:ext cx="180280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Compute hashes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34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21EE4B-B085-4594-AD16-ED0BC92E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366" y="746230"/>
            <a:ext cx="9502964" cy="61117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B8005-2A3D-4343-8199-A21535406014}"/>
              </a:ext>
            </a:extLst>
          </p:cNvPr>
          <p:cNvSpPr txBox="1"/>
          <p:nvPr/>
        </p:nvSpPr>
        <p:spPr>
          <a:xfrm>
            <a:off x="1433366" y="376898"/>
            <a:ext cx="327846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List the content of the zipped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9648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08714FC-A09B-44AF-B0B1-037308BA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83" y="1027906"/>
            <a:ext cx="9441998" cy="57383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02914-BAD2-45CD-95CF-8790881D9A5C}"/>
              </a:ext>
            </a:extLst>
          </p:cNvPr>
          <p:cNvSpPr txBox="1"/>
          <p:nvPr/>
        </p:nvSpPr>
        <p:spPr>
          <a:xfrm>
            <a:off x="4108908" y="3712418"/>
            <a:ext cx="6169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e : Extract files from archive (without using directory names)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37682-4FF8-4B0A-BB9B-943D9AF68DDC}"/>
              </a:ext>
            </a:extLst>
          </p:cNvPr>
          <p:cNvSpPr txBox="1"/>
          <p:nvPr/>
        </p:nvSpPr>
        <p:spPr>
          <a:xfrm>
            <a:off x="1011283" y="658574"/>
            <a:ext cx="327846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List the content of the zipped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759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0DFAD-C0AF-4B23-85AD-73687CD06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82" y="1683076"/>
            <a:ext cx="10603035" cy="4057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6A0078-2BF9-4AC5-B764-932135769872}"/>
              </a:ext>
            </a:extLst>
          </p:cNvPr>
          <p:cNvSpPr txBox="1"/>
          <p:nvPr/>
        </p:nvSpPr>
        <p:spPr>
          <a:xfrm>
            <a:off x="794482" y="1313744"/>
            <a:ext cx="179818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Verify the hashes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85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935760-3FD6-43B8-BFD7-38CB11C7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0160"/>
            <a:ext cx="9494018" cy="294916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24D80A-BF7D-49D5-A29F-48E8745C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the content of the USB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37FB1-DAC2-43C6-8BF9-F5C896775C97}"/>
              </a:ext>
            </a:extLst>
          </p:cNvPr>
          <p:cNvSpPr txBox="1"/>
          <p:nvPr/>
        </p:nvSpPr>
        <p:spPr>
          <a:xfrm>
            <a:off x="838200" y="1790828"/>
            <a:ext cx="181383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Display partitions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023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277260-B8EF-42CA-9AA3-D29E25C38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249" y="0"/>
            <a:ext cx="430567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D3753F-8C63-4E1A-BD70-3407EC8E8A6C}"/>
              </a:ext>
            </a:extLst>
          </p:cNvPr>
          <p:cNvSpPr txBox="1"/>
          <p:nvPr/>
        </p:nvSpPr>
        <p:spPr>
          <a:xfrm>
            <a:off x="2463887" y="1085624"/>
            <a:ext cx="179036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Find deleted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793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1AA42-C071-4A31-85EA-D5EE5D5CA2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530"/>
          <a:stretch/>
        </p:blipFill>
        <p:spPr>
          <a:xfrm>
            <a:off x="838200" y="1690689"/>
            <a:ext cx="9305849" cy="51673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D90AFD0-CEFE-4B74-8C73-D4D3C099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Decide which file types need to carve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FBF4B-1BF5-46C4-8B23-F4279CEFB459}"/>
              </a:ext>
            </a:extLst>
          </p:cNvPr>
          <p:cNvSpPr txBox="1"/>
          <p:nvPr/>
        </p:nvSpPr>
        <p:spPr>
          <a:xfrm>
            <a:off x="8125905" y="4289196"/>
            <a:ext cx="170623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Save it and quit!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6992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4EB516-A50E-46C7-943E-DB5F40D4C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574" y="0"/>
            <a:ext cx="731260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CFAAF8-CA1D-4CBA-A4CC-E1373E234186}"/>
              </a:ext>
            </a:extLst>
          </p:cNvPr>
          <p:cNvSpPr txBox="1"/>
          <p:nvPr/>
        </p:nvSpPr>
        <p:spPr>
          <a:xfrm>
            <a:off x="1374959" y="154247"/>
            <a:ext cx="172461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Show help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FDD7C5-1116-4166-916D-A338A317D216}"/>
              </a:ext>
            </a:extLst>
          </p:cNvPr>
          <p:cNvSpPr/>
          <p:nvPr/>
        </p:nvSpPr>
        <p:spPr>
          <a:xfrm>
            <a:off x="3099574" y="4713402"/>
            <a:ext cx="3971786" cy="18853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621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1FC82-BD45-432E-ABD5-F1D6C4CE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4238"/>
            <a:ext cx="9594411" cy="48086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5D81F0-DB6A-42AE-A2AC-819AD160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Carving the USB image</a:t>
            </a:r>
          </a:p>
        </p:txBody>
      </p:sp>
    </p:spTree>
    <p:extLst>
      <p:ext uri="{BB962C8B-B14F-4D97-AF65-F5344CB8AC3E}">
        <p14:creationId xmlns:p14="http://schemas.microsoft.com/office/powerpoint/2010/main" val="10872549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F1B154-455D-4209-8637-2EB330AE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010" y="597306"/>
            <a:ext cx="4951192" cy="58550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55369F-E786-4A2C-BA29-6F39AB769EBE}"/>
              </a:ext>
            </a:extLst>
          </p:cNvPr>
          <p:cNvSpPr txBox="1"/>
          <p:nvPr/>
        </p:nvSpPr>
        <p:spPr>
          <a:xfrm>
            <a:off x="1333395" y="629004"/>
            <a:ext cx="172461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Show carved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866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CBEED-5E31-48C2-8323-E0883052E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53" y="0"/>
            <a:ext cx="897500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B18968-9E7C-41B8-94E4-B168D1824D39}"/>
              </a:ext>
            </a:extLst>
          </p:cNvPr>
          <p:cNvSpPr txBox="1"/>
          <p:nvPr/>
        </p:nvSpPr>
        <p:spPr>
          <a:xfrm>
            <a:off x="572038" y="233078"/>
            <a:ext cx="172461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Show audit 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439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499988-75B1-4430-80FD-E53A64DE3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2871"/>
            <a:ext cx="5532120" cy="305703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A590E9-EB2F-4EEB-9EFA-652D37EF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two carved jpg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AB4DB-5F14-4A82-9101-3B7632F5F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923" y="1762871"/>
            <a:ext cx="4195877" cy="483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863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54CF-72F9-4866-809A-FD8FCD38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0067-2CB1-4033-B813-AF593E8C5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header and tail signatures are used to identify file types</a:t>
            </a:r>
          </a:p>
          <a:p>
            <a:r>
              <a:rPr lang="en-US" dirty="0"/>
              <a:t>The content of a file is enclosed in header and tail signatures</a:t>
            </a:r>
          </a:p>
          <a:p>
            <a:r>
              <a:rPr lang="en-US" dirty="0"/>
              <a:t>Many tools can used for carving file content</a:t>
            </a:r>
          </a:p>
          <a:p>
            <a:r>
              <a:rPr lang="en-US" dirty="0"/>
              <a:t>Note the file names</a:t>
            </a:r>
            <a:r>
              <a:rPr lang="en-US"/>
              <a:t>/metadata </a:t>
            </a:r>
            <a:r>
              <a:rPr lang="en-US" dirty="0"/>
              <a:t>can’t be retrieved</a:t>
            </a:r>
          </a:p>
        </p:txBody>
      </p:sp>
    </p:spTree>
    <p:extLst>
      <p:ext uri="{BB962C8B-B14F-4D97-AF65-F5344CB8AC3E}">
        <p14:creationId xmlns:p14="http://schemas.microsoft.com/office/powerpoint/2010/main" val="263209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34968</TotalTime>
  <Words>2125</Words>
  <Application>Microsoft Office PowerPoint</Application>
  <PresentationFormat>Widescreen</PresentationFormat>
  <Paragraphs>277</Paragraphs>
  <Slides>69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8" baseType="lpstr">
      <vt:lpstr>Arial Unicode MS</vt:lpstr>
      <vt:lpstr>ui-sans-serif</vt:lpstr>
      <vt:lpstr>Arial</vt:lpstr>
      <vt:lpstr>Britannic Bold</vt:lpstr>
      <vt:lpstr>Calibri</vt:lpstr>
      <vt:lpstr>Calibri Light</vt:lpstr>
      <vt:lpstr>OCRB</vt:lpstr>
      <vt:lpstr>Wingdings</vt:lpstr>
      <vt:lpstr>Office Theme</vt:lpstr>
      <vt:lpstr>Data Carving</vt:lpstr>
      <vt:lpstr>Overview</vt:lpstr>
      <vt:lpstr>How does a file system retrieve a file’s content?</vt:lpstr>
      <vt:lpstr>PowerPoint Presentation</vt:lpstr>
      <vt:lpstr>PowerPoint Presentation</vt:lpstr>
      <vt:lpstr>Scenario 1: Directly access data units (sectors) of a file in a dd image (FAT)</vt:lpstr>
      <vt:lpstr>Scenario 2: Directly access data units (blocks) of a file in Linux (Ext4)</vt:lpstr>
      <vt:lpstr>PowerPoint Presentation</vt:lpstr>
      <vt:lpstr>File content structure overview</vt:lpstr>
      <vt:lpstr>File Content overview</vt:lpstr>
      <vt:lpstr>PowerPoint Presentation</vt:lpstr>
      <vt:lpstr>PowerPoint Presentation</vt:lpstr>
      <vt:lpstr>PowerPoint Presentation</vt:lpstr>
      <vt:lpstr>PowerPoint Presentation</vt:lpstr>
      <vt:lpstr>Compressed content- Huffman Coding </vt:lpstr>
      <vt:lpstr>PowerPoint Presentation</vt:lpstr>
      <vt:lpstr>Examining File Content</vt:lpstr>
      <vt:lpstr>What is xxd? cli version of             + binary file</vt:lpstr>
      <vt:lpstr>Get a jpg to show signature</vt:lpstr>
      <vt:lpstr>Show JPG header and tail signatures</vt:lpstr>
      <vt:lpstr>Alternative: Show JPG header and tail signatures</vt:lpstr>
      <vt:lpstr>Search signatures in plain hexdump</vt:lpstr>
      <vt:lpstr>PowerPoint Presentation</vt:lpstr>
      <vt:lpstr>PowerPoint Presentation</vt:lpstr>
      <vt:lpstr>PowerPoint Presentation</vt:lpstr>
      <vt:lpstr>PowerPoint Presentation</vt:lpstr>
      <vt:lpstr>Dump the content between header and tailer signature</vt:lpstr>
      <vt:lpstr>Convert a plain hexdump to back into binary</vt:lpstr>
      <vt:lpstr>Interesting evidence in file header</vt:lpstr>
      <vt:lpstr>PowerPoint Presentation</vt:lpstr>
      <vt:lpstr>Who is Howard Korn?</vt:lpstr>
      <vt:lpstr>Fake the date (2020 -2030)</vt:lpstr>
      <vt:lpstr>Security implications</vt:lpstr>
      <vt:lpstr>PowerPoint Presentation</vt:lpstr>
      <vt:lpstr>What is data carving? </vt:lpstr>
      <vt:lpstr>Anything can be wrong!</vt:lpstr>
      <vt:lpstr>Data carving</vt:lpstr>
      <vt:lpstr>Example scenarios</vt:lpstr>
      <vt:lpstr>Extracting images from a corrupted Word document</vt:lpstr>
      <vt:lpstr>PowerPoint Presentation</vt:lpstr>
      <vt:lpstr>Key idea</vt:lpstr>
      <vt:lpstr>Prepare required files for the lab</vt:lpstr>
      <vt:lpstr>View the file in a hex editor</vt:lpstr>
      <vt:lpstr>Search file header start offset – 0F5E</vt:lpstr>
      <vt:lpstr>Search file trailer ends offset – 15B93</vt:lpstr>
      <vt:lpstr>Select hex from header to tail</vt:lpstr>
      <vt:lpstr>Copy the selection</vt:lpstr>
      <vt:lpstr>Paste the selection</vt:lpstr>
      <vt:lpstr>Save the image</vt:lpstr>
      <vt:lpstr>Show the carved image</vt:lpstr>
      <vt:lpstr>Alternative 1:  using xxd</vt:lpstr>
      <vt:lpstr>PowerPoint Presentation</vt:lpstr>
      <vt:lpstr>Alternative 2:  using binwalk</vt:lpstr>
      <vt:lpstr>PowerPoint Presentation</vt:lpstr>
      <vt:lpstr>Alternative 3:  using binwalk -e</vt:lpstr>
      <vt:lpstr>Carving/Recovering a USB image</vt:lpstr>
      <vt:lpstr>Prepare a USB image for file carving</vt:lpstr>
      <vt:lpstr>PowerPoint Presentation</vt:lpstr>
      <vt:lpstr>PowerPoint Presentation</vt:lpstr>
      <vt:lpstr>PowerPoint Presentation</vt:lpstr>
      <vt:lpstr>Exam the content of the USB</vt:lpstr>
      <vt:lpstr>PowerPoint Presentation</vt:lpstr>
      <vt:lpstr>Decide which file types need to carve</vt:lpstr>
      <vt:lpstr>PowerPoint Presentation</vt:lpstr>
      <vt:lpstr>Carving the USB image</vt:lpstr>
      <vt:lpstr>PowerPoint Presentation</vt:lpstr>
      <vt:lpstr>PowerPoint Presentation</vt:lpstr>
      <vt:lpstr>Display two carved jpg image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1737</cp:revision>
  <dcterms:created xsi:type="dcterms:W3CDTF">2020-09-14T14:43:27Z</dcterms:created>
  <dcterms:modified xsi:type="dcterms:W3CDTF">2026-03-31T14:15:07Z</dcterms:modified>
</cp:coreProperties>
</file>